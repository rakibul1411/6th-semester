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80"/>
  </p:notesMasterIdLst>
  <p:sldIdLst>
    <p:sldId id="301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91" r:id="rId16"/>
    <p:sldId id="292" r:id="rId17"/>
    <p:sldId id="273" r:id="rId18"/>
    <p:sldId id="274" r:id="rId19"/>
    <p:sldId id="275" r:id="rId20"/>
    <p:sldId id="276" r:id="rId21"/>
    <p:sldId id="277" r:id="rId22"/>
    <p:sldId id="278" r:id="rId23"/>
    <p:sldId id="293" r:id="rId24"/>
    <p:sldId id="294" r:id="rId25"/>
    <p:sldId id="295" r:id="rId26"/>
    <p:sldId id="414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318" r:id="rId40"/>
    <p:sldId id="319" r:id="rId41"/>
    <p:sldId id="320" r:id="rId42"/>
    <p:sldId id="321" r:id="rId43"/>
    <p:sldId id="322" r:id="rId44"/>
    <p:sldId id="402" r:id="rId45"/>
    <p:sldId id="401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282" r:id="rId54"/>
    <p:sldId id="300" r:id="rId55"/>
    <p:sldId id="283" r:id="rId56"/>
    <p:sldId id="298" r:id="rId57"/>
    <p:sldId id="302" r:id="rId58"/>
    <p:sldId id="287" r:id="rId59"/>
    <p:sldId id="429" r:id="rId60"/>
    <p:sldId id="430" r:id="rId61"/>
    <p:sldId id="431" r:id="rId62"/>
    <p:sldId id="432" r:id="rId63"/>
    <p:sldId id="433" r:id="rId64"/>
    <p:sldId id="434" r:id="rId65"/>
    <p:sldId id="435" r:id="rId66"/>
    <p:sldId id="436" r:id="rId67"/>
    <p:sldId id="437" r:id="rId68"/>
    <p:sldId id="438" r:id="rId69"/>
    <p:sldId id="439" r:id="rId70"/>
    <p:sldId id="440" r:id="rId71"/>
    <p:sldId id="441" r:id="rId72"/>
    <p:sldId id="442" r:id="rId73"/>
    <p:sldId id="443" r:id="rId74"/>
    <p:sldId id="444" r:id="rId75"/>
    <p:sldId id="445" r:id="rId76"/>
    <p:sldId id="288" r:id="rId77"/>
    <p:sldId id="289" r:id="rId78"/>
    <p:sldId id="290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595" autoAdjust="0"/>
  </p:normalViewPr>
  <p:slideViewPr>
    <p:cSldViewPr>
      <p:cViewPr varScale="1">
        <p:scale>
          <a:sx n="64" d="100"/>
          <a:sy n="64" d="100"/>
        </p:scale>
        <p:origin x="148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FED42F1-9E8D-411D-A0BD-09DBE224F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709EFD8-A0D6-4C53-8FD9-90B115A2CF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E9FA69A7-2476-4BC8-A452-64D8F0BC86B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92033972-91C1-4FBC-9473-D2B93C2C1DD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928E5CAE-06B8-42C0-A7F7-74E9F90E20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37112912-C92A-4456-A78C-CFFA013D9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61AD9879-25F1-4CF2-8121-735DBF799A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4AAB7213-2481-1D0C-B2AC-34C3C1684F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7914BF-6F39-47CF-B6DB-ACD19D87723C}" type="slidenum">
              <a:rPr lang="en-GB" altLang="en-US"/>
              <a:pPr eaLnBrk="1" hangingPunct="1"/>
              <a:t>39</a:t>
            </a:fld>
            <a:endParaRPr lang="en-GB" altLang="en-US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5376C437-FCC7-9C78-2C65-3E2E140484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17CAC98-09CE-A82D-C5C8-A8149E255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4D2-2A64-41EF-83C1-7416DF393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Garamond" panose="020204040303010108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AA01A-280D-4E4F-AE0D-840DEC85B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aramond" panose="02020404030301010803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BCE27-26AA-476B-BCAC-D829723E9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9E41A-708B-42DE-BCE6-F17EC5233FF7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F81A5-FE06-469E-8686-56F7B33D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0D73-6471-4707-B04B-4C20FA5C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4D53-1A6B-4110-A3CF-02A941C4473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612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BA04-594F-467B-A6D7-792AC6B0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08D0-4E0A-4B1F-95C1-51135773B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D5C3-2EEC-4BA8-A293-5AAAA328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4158-AD71-4597-B42C-3A22A3583598}" type="datetime1">
              <a:rPr lang="en-US" altLang="en-US" smtClean="0"/>
              <a:t>13-May-25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0C41C-1619-43EA-965B-0EE5C331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8202F-08BF-4E25-B490-BAD5ED66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DB39-610B-4DBD-91F9-E8A345706F5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83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3A01-8B25-4555-9B44-1CA0ADE0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E146-6D49-4F9F-B0E1-FE545331A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CA80-8A94-4996-B49A-A923BD6D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9F2B-F388-4F39-B8D5-D528BD03E7CF}" type="datetime1">
              <a:rPr lang="en-US" altLang="en-US" smtClean="0"/>
              <a:t>13-May-25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FD51C-9924-416D-B9F9-E4CACF21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B4FF5-1A1F-4274-828D-0A47448A0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8FC48-0869-4BB3-8350-AD4A90D79C8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27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B069-4B4C-46CD-8EEC-7D462A33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CA0D-B02A-488A-9A7D-455ED069F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16AE2-9D69-41D2-A204-BBC6942A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D3066-A346-482D-8ABB-64485669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FD02B-07E9-4981-AE55-77C2798FF3A5}" type="datetime1">
              <a:rPr lang="en-US" altLang="en-US" smtClean="0"/>
              <a:t>13-May-25</a:t>
            </a:fld>
            <a:endParaRPr lang="en-US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CE94A-EE98-4ED4-85E3-2874DD28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CS 4341 -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274BF-2F83-494E-B54B-5EEBA5E6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4ED1-37E4-4E3F-A94C-A38FA242AC7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44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DB0A-A50B-49EE-AB92-B29D873E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F1F3-7334-470E-AEA0-225A6643A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97AC0-7151-45E2-978F-7B48B8E11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526CC-BD7B-484B-9469-876EC03F2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C99E6-6FB1-4F46-B93A-DA61B0C00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7BE73-81F7-4333-A0A2-E06654EC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F9BFE-95E1-4BB0-9F66-14428814E964}" type="datetime1">
              <a:rPr lang="en-US" altLang="en-US" smtClean="0"/>
              <a:t>13-May-25</a:t>
            </a:fld>
            <a:endParaRPr lang="en-US" alt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F6A3D-FA59-4A1C-865E-4A5B16A7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CS 4341 - Constraint Satisfaction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1AECA-EECE-4BF4-98C2-5605DF26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4E38D-A37C-4D4C-8B1B-7AC36C269B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28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78FA-E0ED-4C47-86C9-BA763C2F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CC313-F4AF-4F93-BB3B-2CA5C57F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9DA59-BD74-4F62-A5C3-BF9158769633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7AF29-18A5-4AFB-B789-8C13D7A4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C7465-A461-4851-96D0-954DBFDA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5346-6D9F-409A-93D1-533D82B5477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94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B171A-19EA-4902-84B9-D8BEEF30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87CD8-DF10-419E-8F37-061F770AE18E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B3E4A-99A5-488C-B135-D19BF4A2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4D957-296E-46D4-85B8-DAD36900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DDCF1-AEDD-4060-8DE4-1D13715C3D2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59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E8130-B38F-4F14-8EDC-543AB0314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7596-8119-4A9E-ADE7-DF1553F1B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0F13C-F486-4468-AAF8-0405E588F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4D6CA-C79D-4D10-97FB-532E1159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157C-D376-4C7B-969E-A5D67FE8409A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A4CB8-0674-4133-911C-8C3ECA56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C17B6-1474-4D45-8903-640EA386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10467-0798-4323-B37B-45579D9612F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97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6B9A-6D0F-4725-8668-BEBC277D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68C9E-BF79-4E8A-A848-E94DE1B5C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6E6F6-3B09-454C-9467-5CFCB78A3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31232-AABC-403F-9CC3-5CB34E63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878D-D043-440C-830E-07DD59A93788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5E777-3B2F-4A8F-A03A-D1969726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8BA11-542A-4CD1-B4A3-62855D1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A1E77-B4F9-4560-AB28-E803688425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085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CDB6-23C3-42FC-A849-0F28CD55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6CE57-A3D6-425E-94BA-EA1B24865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D97CD-97C4-4EE4-B2D9-E4FE1145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BCA5-18B0-444B-BAEA-6F0CF3FEDEE1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EDC9D-4A70-4C1B-BB0E-8BF62A79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FA776-D9DE-437F-8C7F-AE922FFB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FB4BC-659D-4044-B85B-49BBDD0D289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130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3D3BE-F365-40BB-A949-FC1134999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B8E3C-91FF-45CE-BD39-601659B67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F3FD-EC12-46CC-A3FA-9262711A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DD20D-AD27-45E7-9EE8-93A7450AB783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7BF9-ABFD-429C-B2FB-6ECF2D5F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FC65B-05D8-46DA-82F5-F9BA06FF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5B810-2744-4702-B16E-90B8C281796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1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E67BC-E9B2-4D12-B10D-DA62BAB0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43AD0-1B8F-4DA4-8539-D96108247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AB89F-2B3E-4680-8EFD-0EEDAB834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9180E-3836-4FED-9799-C4F1F0519591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9E7B1-8E92-4AEB-BEA7-249500E11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3D7AC-A7C3-4995-9003-77C392B4F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5DD34-A0FC-4489-B803-DC5DC5C2EC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69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:a16="http://schemas.microsoft.com/office/drawing/2014/main" id="{769491DD-9F02-4DFA-87BB-933DF1681E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798" y="557134"/>
            <a:ext cx="7772400" cy="1470025"/>
          </a:xfrm>
        </p:spPr>
        <p:txBody>
          <a:bodyPr anchor="ctr">
            <a:normAutofit fontScale="90000"/>
          </a:bodyPr>
          <a:lstStyle/>
          <a:p>
            <a:pPr eaLnBrk="1" hangingPunct="1"/>
            <a:br>
              <a:rPr lang="en-US" altLang="en-US" sz="4000" dirty="0"/>
            </a:br>
            <a:r>
              <a:rPr lang="en-US" altLang="en-US" sz="4000" dirty="0"/>
              <a:t> </a:t>
            </a:r>
            <a:r>
              <a:rPr lang="en-US" altLang="en-US" sz="2800" dirty="0"/>
              <a:t>CSE 604</a:t>
            </a:r>
            <a:r>
              <a:rPr lang="en-US" altLang="en-US" sz="4000" dirty="0"/>
              <a:t>	</a:t>
            </a:r>
            <a:br>
              <a:rPr lang="en-US" altLang="en-US" sz="4000" dirty="0"/>
            </a:br>
            <a:r>
              <a:rPr lang="en-US" altLang="en-US" sz="4000" dirty="0"/>
              <a:t>Artificial Intelligence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239A37-28BA-438E-BF3C-A4EAF91E60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798" y="1805066"/>
            <a:ext cx="7772399" cy="4495800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3200" dirty="0"/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r>
              <a:rPr lang="en-US" altLang="en-US" sz="3200" dirty="0">
                <a:latin typeface="Garamond" panose="02020404030301010803" pitchFamily="18" charset="0"/>
              </a:rPr>
              <a:t>Chapter 6: Constraint Satisfaction Problems</a:t>
            </a: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endParaRPr lang="en-US" altLang="en-US" sz="3200" dirty="0">
              <a:latin typeface="Garamond" panose="02020404030301010803" pitchFamily="18" charset="0"/>
            </a:endParaRPr>
          </a:p>
          <a:p>
            <a:pPr eaLnBrk="1" hangingPunct="1"/>
            <a:r>
              <a:rPr lang="en-US" altLang="en-US" sz="1800" b="1" dirty="0">
                <a:latin typeface="Garamond" panose="02020404030301010803" pitchFamily="18" charset="0"/>
              </a:rPr>
              <a:t>Dr. Ahmedul Kabir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21C7A-E08F-4CA8-8586-9349A12BC498}"/>
              </a:ext>
            </a:extLst>
          </p:cNvPr>
          <p:cNvSpPr txBox="1"/>
          <p:nvPr/>
        </p:nvSpPr>
        <p:spPr>
          <a:xfrm>
            <a:off x="1672582" y="3852446"/>
            <a:ext cx="5798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Adapted from slides available in Russell &amp; </a:t>
            </a:r>
            <a:r>
              <a:rPr lang="en-US" sz="1600" dirty="0" err="1">
                <a:latin typeface="Garamond" panose="02020404030301010803" pitchFamily="18" charset="0"/>
              </a:rPr>
              <a:t>Norvig’s</a:t>
            </a:r>
            <a:r>
              <a:rPr lang="en-US" sz="1600" dirty="0">
                <a:latin typeface="Garamond" panose="02020404030301010803" pitchFamily="18" charset="0"/>
              </a:rPr>
              <a:t> textbook webpage </a:t>
            </a:r>
          </a:p>
        </p:txBody>
      </p:sp>
    </p:spTree>
    <p:extLst>
      <p:ext uri="{BB962C8B-B14F-4D97-AF65-F5344CB8AC3E}">
        <p14:creationId xmlns:p14="http://schemas.microsoft.com/office/powerpoint/2010/main" val="5437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1EBCB98-C211-4D3D-9AFB-D4B42CA44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D88D7AC-DE68-495A-9D52-B2C5DEE386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Constraint Satisfaction Problems (CSP)</a:t>
            </a:r>
          </a:p>
          <a:p>
            <a:r>
              <a:rPr lang="en-US" altLang="en-US"/>
              <a:t>Backtracking search for CSPs</a:t>
            </a:r>
          </a:p>
          <a:p>
            <a:r>
              <a:rPr lang="en-US" altLang="en-US"/>
              <a:t>Local search for CSPs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7E1CD-7080-4516-9CD7-F2004743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B1C72-D1C6-48BD-B87A-470D8EC74A8F}" type="datetime1">
              <a:rPr lang="en-US" altLang="en-US" smtClean="0"/>
              <a:t>13-May-25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FD04C-DFA9-43C8-AE2A-29D76CE3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D17B-D2DB-4D55-A841-E44B9050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F51F-8711-4D72-8AF2-FD5CD1195FEB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2A26D1C-FF48-4A45-8791-D2D78D6D5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Constraint satisfaction problems (CSPs)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8CD7CD-2072-4005-AA98-90B591EA5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Standard search problem: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state</a:t>
            </a:r>
            <a:r>
              <a:rPr lang="en-US" altLang="en-US" sz="2000" dirty="0"/>
              <a:t> is a "black box“ – any data structure that supports successor function, heuristic function, and goal test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CSP: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state</a:t>
            </a:r>
            <a:r>
              <a:rPr lang="en-US" altLang="en-US" sz="2000" dirty="0"/>
              <a:t> is defined by </a:t>
            </a:r>
            <a:r>
              <a:rPr lang="en-US" altLang="en-US" sz="2000" dirty="0">
                <a:solidFill>
                  <a:srgbClr val="FF0000"/>
                </a:solidFill>
              </a:rPr>
              <a:t>variables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with </a:t>
            </a:r>
            <a:r>
              <a:rPr lang="en-US" altLang="en-US" sz="2000" dirty="0">
                <a:solidFill>
                  <a:srgbClr val="FF0000"/>
                </a:solidFill>
              </a:rPr>
              <a:t>values</a:t>
            </a:r>
            <a:r>
              <a:rPr lang="en-US" altLang="en-US" sz="2000" dirty="0"/>
              <a:t> from </a:t>
            </a:r>
            <a:r>
              <a:rPr lang="en-US" altLang="en-US" sz="2000" dirty="0">
                <a:solidFill>
                  <a:srgbClr val="FF0000"/>
                </a:solidFill>
              </a:rPr>
              <a:t>domain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goal test </a:t>
            </a:r>
            <a:r>
              <a:rPr lang="en-US" altLang="en-US" sz="2000" dirty="0"/>
              <a:t>is a set of </a:t>
            </a:r>
            <a:r>
              <a:rPr lang="en-US" altLang="en-US" sz="2000" dirty="0">
                <a:solidFill>
                  <a:srgbClr val="FF0000"/>
                </a:solidFill>
              </a:rPr>
              <a:t>constraints</a:t>
            </a:r>
            <a:r>
              <a:rPr lang="en-US" altLang="en-US" sz="2000" dirty="0"/>
              <a:t> specifying allowable combinations of values for subsets of variables</a:t>
            </a:r>
          </a:p>
          <a:p>
            <a:pPr lvl="1">
              <a:lnSpc>
                <a:spcPct val="90000"/>
              </a:lnSpc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Simple example of a </a:t>
            </a:r>
            <a:r>
              <a:rPr lang="en-US" altLang="en-US" sz="2400" dirty="0">
                <a:solidFill>
                  <a:srgbClr val="FF0000"/>
                </a:solidFill>
              </a:rPr>
              <a:t>formal representation language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Allows useful </a:t>
            </a:r>
            <a:r>
              <a:rPr lang="en-US" altLang="en-US" sz="2400" dirty="0">
                <a:solidFill>
                  <a:srgbClr val="FF0000"/>
                </a:solidFill>
              </a:rPr>
              <a:t>general-purpose</a:t>
            </a:r>
            <a:r>
              <a:rPr lang="en-US" altLang="en-US" sz="2400" dirty="0"/>
              <a:t> algorithms with more power than standard search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6522-EA84-48E8-AF86-AB99092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0A5D6-8AFB-4BE4-919E-44343740B772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C1DE3-DECD-49C2-83DA-D8925210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2039F-52F7-4AD1-BB29-46260EBB4B27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ED943D0-7F92-4E78-8513-445505408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Map-Coloring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CD7DB7-D4DF-45B0-AF59-797C27E1C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162425"/>
            <a:ext cx="8650288" cy="197008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Variables:</a:t>
            </a:r>
            <a:r>
              <a:rPr lang="en-US" altLang="en-US" sz="2000" dirty="0"/>
              <a:t> </a:t>
            </a:r>
            <a:r>
              <a:rPr lang="en-US" altLang="en-US" sz="2000" i="1" dirty="0"/>
              <a:t>WA, NT, Q, NSW, V, SA, T</a:t>
            </a:r>
            <a:r>
              <a:rPr lang="en-US" altLang="en-US" sz="200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Domains: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= {</a:t>
            </a:r>
            <a:r>
              <a:rPr lang="en-US" altLang="en-US" sz="2000" dirty="0" err="1"/>
              <a:t>red,green,blue</a:t>
            </a:r>
            <a:r>
              <a:rPr lang="en-US" altLang="en-US" sz="2000" dirty="0"/>
              <a:t>}</a:t>
            </a:r>
          </a:p>
          <a:p>
            <a:pPr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Constraints</a:t>
            </a:r>
            <a:r>
              <a:rPr lang="en-US" altLang="en-US" sz="2000" dirty="0"/>
              <a:t>: adjacent regions must have different colors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e.g., WA </a:t>
            </a:r>
            <a:r>
              <a:rPr lang="en-US" altLang="en-US" sz="2000" dirty="0">
                <a:cs typeface="Arial" panose="020B0604020202020204" pitchFamily="34" charset="0"/>
              </a:rPr>
              <a:t>≠</a:t>
            </a:r>
            <a:r>
              <a:rPr lang="en-US" altLang="en-US" sz="2000" dirty="0"/>
              <a:t> NT (if the language allows this), or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/>
              <a:t>  (WA,NT) in {(</a:t>
            </a:r>
            <a:r>
              <a:rPr lang="en-US" altLang="en-US" sz="2000" dirty="0" err="1"/>
              <a:t>red,green</a:t>
            </a:r>
            <a:r>
              <a:rPr lang="en-US" altLang="en-US" sz="2000" dirty="0"/>
              <a:t>),(</a:t>
            </a:r>
            <a:r>
              <a:rPr lang="en-US" altLang="en-US" sz="2000" dirty="0" err="1"/>
              <a:t>red,blue</a:t>
            </a:r>
            <a:r>
              <a:rPr lang="en-US" altLang="en-US" sz="2000" dirty="0"/>
              <a:t>),(</a:t>
            </a:r>
            <a:r>
              <a:rPr lang="en-US" altLang="en-US" sz="2000" dirty="0" err="1"/>
              <a:t>green,red</a:t>
            </a:r>
            <a:r>
              <a:rPr lang="en-US" altLang="en-US" sz="2000" dirty="0"/>
              <a:t>), (</a:t>
            </a:r>
            <a:r>
              <a:rPr lang="en-US" altLang="en-US" sz="2000" dirty="0" err="1"/>
              <a:t>green,blue</a:t>
            </a:r>
            <a:r>
              <a:rPr lang="en-US" altLang="en-US" sz="2000" dirty="0"/>
              <a:t>),(</a:t>
            </a:r>
            <a:r>
              <a:rPr lang="en-US" altLang="en-US" sz="2000" dirty="0" err="1"/>
              <a:t>blue,red</a:t>
            </a:r>
            <a:r>
              <a:rPr lang="en-US" altLang="en-US" sz="2000" dirty="0"/>
              <a:t>),(</a:t>
            </a:r>
            <a:r>
              <a:rPr lang="en-US" altLang="en-US" sz="2000" dirty="0" err="1"/>
              <a:t>blue,green</a:t>
            </a:r>
            <a:r>
              <a:rPr lang="en-US" altLang="en-US" sz="2000" dirty="0"/>
              <a:t>)}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0D5676-2F50-4244-8497-1942BA88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6704-9414-4E4C-9715-F9F15DE810B4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1DA6A03-9610-488F-9A1A-919CEF26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B834B17-59F9-4155-A436-46AB5B299B02}" type="slidenum">
              <a:rPr lang="en-US" altLang="en-US"/>
              <a:pPr/>
              <a:t>4</a:t>
            </a:fld>
            <a:endParaRPr lang="en-US" altLang="en-US"/>
          </a:p>
        </p:txBody>
      </p:sp>
      <p:pic>
        <p:nvPicPr>
          <p:cNvPr id="6149" name="Picture 5" descr="australia">
            <a:extLst>
              <a:ext uri="{FF2B5EF4-FFF2-40B4-BE49-F238E27FC236}">
                <a16:creationId xmlns:a16="http://schemas.microsoft.com/office/drawing/2014/main" id="{DCE780D4-931C-44C9-A2C1-88DF364BB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2D630A-F547-4F36-8762-EDB86E400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Map-Coloring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3EF1040-C438-4DF0-B697-766AC5EAFF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4549775"/>
            <a:ext cx="8650288" cy="1582738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</a:rPr>
              <a:t>Solutions</a:t>
            </a:r>
            <a:r>
              <a:rPr lang="en-US" altLang="en-US" sz="2800" dirty="0"/>
              <a:t> are </a:t>
            </a:r>
            <a:r>
              <a:rPr lang="en-US" altLang="en-US" sz="2800" dirty="0">
                <a:solidFill>
                  <a:srgbClr val="FF0000"/>
                </a:solidFill>
              </a:rPr>
              <a:t>complete</a:t>
            </a:r>
            <a:r>
              <a:rPr lang="en-US" altLang="en-US" sz="2800" dirty="0"/>
              <a:t> and </a:t>
            </a:r>
            <a:r>
              <a:rPr lang="en-US" altLang="en-US" sz="2800" dirty="0">
                <a:solidFill>
                  <a:srgbClr val="FF0000"/>
                </a:solidFill>
              </a:rPr>
              <a:t>consistent</a:t>
            </a:r>
            <a:r>
              <a:rPr lang="en-US" altLang="en-US" sz="2800" dirty="0"/>
              <a:t> assignments, </a:t>
            </a:r>
          </a:p>
          <a:p>
            <a:r>
              <a:rPr lang="en-US" altLang="en-US" sz="2400" dirty="0"/>
              <a:t>e.g., WA = red, NT = </a:t>
            </a:r>
            <a:r>
              <a:rPr lang="en-US" altLang="en-US" sz="2400" dirty="0" err="1"/>
              <a:t>green,Q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red,NSW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green,V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red,SA</a:t>
            </a:r>
            <a:r>
              <a:rPr lang="en-US" altLang="en-US" sz="2400" dirty="0"/>
              <a:t> = </a:t>
            </a:r>
            <a:r>
              <a:rPr lang="en-US" altLang="en-US" sz="2400" dirty="0" err="1"/>
              <a:t>blue,T</a:t>
            </a:r>
            <a:r>
              <a:rPr lang="en-US" altLang="en-US" sz="2400" dirty="0"/>
              <a:t> = green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D072F91-175E-4B31-BF92-AE9D9F8A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2AF2-DDCF-41FF-98A4-077E43B6089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1D147E4-6F3C-43D5-AAE9-9B4E7148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D8FDA-59CD-4D81-ABE7-120B164FB7C8}" type="slidenum">
              <a:rPr lang="en-US" altLang="en-US"/>
              <a:pPr/>
              <a:t>5</a:t>
            </a:fld>
            <a:endParaRPr lang="en-US" altLang="en-US"/>
          </a:p>
        </p:txBody>
      </p:sp>
      <p:pic>
        <p:nvPicPr>
          <p:cNvPr id="7172" name="Picture 4" descr="australia-solution">
            <a:extLst>
              <a:ext uri="{FF2B5EF4-FFF2-40B4-BE49-F238E27FC236}">
                <a16:creationId xmlns:a16="http://schemas.microsoft.com/office/drawing/2014/main" id="{D8B0EFA7-E077-473A-88E1-A6047A35E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612439F-4BA8-4C9B-B76B-B26971D08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Constraint graph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4D73B86-E5C0-4416-A362-780AC456A9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Binary CSP: </a:t>
            </a:r>
            <a:r>
              <a:rPr lang="en-US" altLang="en-US" sz="2400" dirty="0"/>
              <a:t>each constraint relates two variables</a:t>
            </a:r>
          </a:p>
          <a:p>
            <a:r>
              <a:rPr lang="en-US" altLang="en-US" sz="2400" dirty="0">
                <a:solidFill>
                  <a:srgbClr val="0070C0"/>
                </a:solidFill>
              </a:rPr>
              <a:t>Constraint graph: </a:t>
            </a:r>
            <a:r>
              <a:rPr lang="en-US" altLang="en-US" sz="2400" dirty="0"/>
              <a:t>nodes are variables, arcs are constraints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670494-B2F4-4A56-931C-989D6F3B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5EC48-7A49-4F0B-A5C9-BB59A0DBC888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80D8C5-A84E-4A5C-94EF-3922C27A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A03C8-EE75-4F22-8B7F-37438C5DA7FA}" type="slidenum">
              <a:rPr lang="en-US" altLang="en-US"/>
              <a:pPr/>
              <a:t>6</a:t>
            </a:fld>
            <a:endParaRPr lang="en-US" altLang="en-US"/>
          </a:p>
        </p:txBody>
      </p:sp>
      <p:pic>
        <p:nvPicPr>
          <p:cNvPr id="8196" name="Picture 4" descr="australia-csp">
            <a:extLst>
              <a:ext uri="{FF2B5EF4-FFF2-40B4-BE49-F238E27FC236}">
                <a16:creationId xmlns:a16="http://schemas.microsoft.com/office/drawing/2014/main" id="{264BC681-3F80-439B-AB6C-AA0AF3CA1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90800"/>
            <a:ext cx="367665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FD13080-2760-4E2A-9985-BB8F82E8A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Varieties of CSPs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097B7FC-25C1-46C3-B2C5-D3EED8116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Discrete variables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finite domains:</a:t>
            </a:r>
          </a:p>
          <a:p>
            <a:pPr lvl="2">
              <a:lnSpc>
                <a:spcPct val="90000"/>
              </a:lnSpc>
            </a:pPr>
            <a:r>
              <a:rPr lang="en-US" altLang="en-US" sz="1800" i="1" dirty="0"/>
              <a:t>n</a:t>
            </a:r>
            <a:r>
              <a:rPr lang="en-US" altLang="en-US" sz="1800" dirty="0"/>
              <a:t> variables, domain size </a:t>
            </a:r>
            <a:r>
              <a:rPr lang="en-US" altLang="en-US" sz="1800" i="1" dirty="0"/>
              <a:t>d </a:t>
            </a:r>
            <a:r>
              <a:rPr lang="en-US" altLang="en-US" sz="1800" i="1" dirty="0">
                <a:sym typeface="Wingdings" panose="05000000000000000000" pitchFamily="2" charset="2"/>
              </a:rPr>
              <a:t> </a:t>
            </a:r>
            <a:r>
              <a:rPr lang="en-US" altLang="en-US" sz="1800" i="1" dirty="0"/>
              <a:t>O(</a:t>
            </a:r>
            <a:r>
              <a:rPr lang="en-US" altLang="en-US" sz="1800" i="1" dirty="0" err="1"/>
              <a:t>d</a:t>
            </a:r>
            <a:r>
              <a:rPr lang="en-US" altLang="en-US" sz="1800" i="1" baseline="30000" dirty="0" err="1"/>
              <a:t>n</a:t>
            </a:r>
            <a:r>
              <a:rPr lang="en-US" altLang="en-US" sz="1800" i="1" dirty="0"/>
              <a:t>) </a:t>
            </a:r>
            <a:r>
              <a:rPr lang="en-US" altLang="en-US" sz="1800" dirty="0"/>
              <a:t>complete assignments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e.g., Boolean CSPs, </a:t>
            </a:r>
            <a:r>
              <a:rPr lang="en-US" altLang="en-US" sz="1800" dirty="0" err="1"/>
              <a:t>incl</a:t>
            </a:r>
            <a:r>
              <a:rPr lang="en-US" altLang="en-US" sz="1800" dirty="0"/>
              <a:t>.~Boolean satisfiability (NP-complete)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infinite domains: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integers, strings, etc.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e.g., job scheduling, variables are start/end days for each job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need a constraint language, e.g., </a:t>
            </a:r>
            <a:r>
              <a:rPr lang="en-US" altLang="en-US" sz="1800" i="1" dirty="0"/>
              <a:t>StartJob</a:t>
            </a:r>
            <a:r>
              <a:rPr lang="en-US" altLang="en-US" sz="1800" i="1" baseline="-25000" dirty="0"/>
              <a:t>1</a:t>
            </a:r>
            <a:r>
              <a:rPr lang="en-US" altLang="en-US" sz="1800" i="1" dirty="0"/>
              <a:t> + 5 </a:t>
            </a:r>
            <a:r>
              <a:rPr lang="en-US" altLang="en-US" sz="1800" i="1" dirty="0">
                <a:cs typeface="Arial" panose="020B0604020202020204" pitchFamily="34" charset="0"/>
              </a:rPr>
              <a:t>≤ </a:t>
            </a:r>
            <a:r>
              <a:rPr lang="en-US" altLang="en-US" sz="1800" i="1" dirty="0"/>
              <a:t>StartJob</a:t>
            </a:r>
            <a:r>
              <a:rPr lang="en-US" altLang="en-US" sz="1800" i="1" baseline="-25000" dirty="0"/>
              <a:t>3</a:t>
            </a:r>
          </a:p>
          <a:p>
            <a:pPr lvl="2">
              <a:lnSpc>
                <a:spcPct val="90000"/>
              </a:lnSpc>
            </a:pPr>
            <a:endParaRPr lang="en-US" altLang="en-US" sz="1800" i="1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Continuous variables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e.g., start/end times for Hubble Space Telescope observations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linear constraints solvable in polynomial time by linear programming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A080-8052-48A7-AACD-A5E77ABF0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8F57-FAE8-4C82-8C9D-1B20934122EB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5025-D93F-48CC-8723-EA3B7EE8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5CE1-34E6-4D8A-9CBB-12C410E097A3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DD4DEBE-4EBB-4EC2-80D7-B6831145D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Varieties of constraints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E1D0D9A-503D-40F8-BF8C-4E75BF6CE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</a:rPr>
              <a:t>Unary</a:t>
            </a:r>
            <a:r>
              <a:rPr lang="en-US" altLang="en-US" sz="2800" dirty="0"/>
              <a:t> constraints involve a single variable, </a:t>
            </a:r>
          </a:p>
          <a:p>
            <a:pPr lvl="1"/>
            <a:r>
              <a:rPr lang="en-US" altLang="en-US" sz="2400" dirty="0"/>
              <a:t>e.g., SA </a:t>
            </a:r>
            <a:r>
              <a:rPr lang="en-US" altLang="en-US" sz="2400" dirty="0">
                <a:cs typeface="Arial" panose="020B0604020202020204" pitchFamily="34" charset="0"/>
              </a:rPr>
              <a:t>≠</a:t>
            </a:r>
            <a:r>
              <a:rPr lang="en-US" altLang="en-US" sz="2400" dirty="0"/>
              <a:t> green</a:t>
            </a:r>
          </a:p>
          <a:p>
            <a:endParaRPr lang="en-US" altLang="en-US" sz="2800" dirty="0">
              <a:solidFill>
                <a:schemeClr val="accent2"/>
              </a:solidFill>
            </a:endParaRPr>
          </a:p>
          <a:p>
            <a:r>
              <a:rPr lang="en-US" altLang="en-US" sz="2800" dirty="0">
                <a:solidFill>
                  <a:srgbClr val="0070C0"/>
                </a:solidFill>
              </a:rPr>
              <a:t>Binary</a:t>
            </a:r>
            <a:r>
              <a:rPr lang="en-US" altLang="en-US" sz="2800" dirty="0"/>
              <a:t> constraints involve pairs of variables,</a:t>
            </a:r>
          </a:p>
          <a:p>
            <a:pPr lvl="1"/>
            <a:r>
              <a:rPr lang="en-US" altLang="en-US" sz="2400" dirty="0"/>
              <a:t>e.g., SA </a:t>
            </a:r>
            <a:r>
              <a:rPr lang="en-US" altLang="en-US" sz="2400" dirty="0">
                <a:cs typeface="Arial" panose="020B0604020202020204" pitchFamily="34" charset="0"/>
              </a:rPr>
              <a:t>≠</a:t>
            </a:r>
            <a:r>
              <a:rPr lang="en-US" altLang="en-US" sz="2400" dirty="0"/>
              <a:t> WA</a:t>
            </a:r>
          </a:p>
          <a:p>
            <a:pPr lvl="1"/>
            <a:endParaRPr lang="en-US" altLang="en-US" sz="2400" dirty="0"/>
          </a:p>
          <a:p>
            <a:r>
              <a:rPr lang="en-US" altLang="en-US" sz="2800" dirty="0">
                <a:solidFill>
                  <a:srgbClr val="0070C0"/>
                </a:solidFill>
              </a:rPr>
              <a:t>Higher-order</a:t>
            </a:r>
            <a:r>
              <a:rPr lang="en-US" altLang="en-US" sz="2800" dirty="0"/>
              <a:t> constraints involve 3 or more variables,</a:t>
            </a:r>
          </a:p>
          <a:p>
            <a:pPr lvl="1"/>
            <a:r>
              <a:rPr lang="en-US" altLang="en-US" sz="2400" dirty="0"/>
              <a:t>e.g., </a:t>
            </a:r>
            <a:r>
              <a:rPr lang="en-US" altLang="en-US" sz="2400" dirty="0" err="1"/>
              <a:t>alldiff</a:t>
            </a:r>
            <a:r>
              <a:rPr lang="en-US" altLang="en-US" sz="2400" dirty="0"/>
              <a:t> (all values of a set should be different)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B361A-D800-42A0-870A-4A4771BB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7D297-86FA-4C2B-B179-CFE8B4D12759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55AA-F2FF-44CB-B9E6-54C7DC8E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AA9CD-4F82-4171-BE16-017B9279E2B9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BF44A07-B645-4586-92D8-A65B6220B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Cryptarithmetic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C586552-72C3-453D-AEBE-947660723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649662"/>
            <a:ext cx="8570913" cy="30559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Variables</a:t>
            </a:r>
            <a:r>
              <a:rPr lang="en-US" altLang="en-US" sz="2000" dirty="0"/>
              <a:t>:</a:t>
            </a:r>
            <a:r>
              <a:rPr lang="en-US" altLang="en-US" sz="2000" i="1" dirty="0"/>
              <a:t> F T U W </a:t>
            </a:r>
            <a:br>
              <a:rPr lang="en-US" altLang="en-US" sz="2000" i="1" dirty="0"/>
            </a:br>
            <a:r>
              <a:rPr lang="en-US" altLang="en-US" sz="2000" i="1" dirty="0"/>
              <a:t>R O X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 X</a:t>
            </a:r>
            <a:r>
              <a:rPr lang="en-US" altLang="en-US" sz="2000" i="1" baseline="-25000" dirty="0"/>
              <a:t>2 </a:t>
            </a:r>
            <a:r>
              <a:rPr lang="en-US" altLang="en-US" sz="2000" i="1" dirty="0"/>
              <a:t>X</a:t>
            </a:r>
            <a:r>
              <a:rPr lang="en-US" altLang="en-US" sz="2000" i="1" baseline="-25000" dirty="0"/>
              <a:t>3</a:t>
            </a:r>
            <a:endParaRPr lang="en-US" altLang="en-US" sz="2000" i="1" dirty="0"/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Domains</a:t>
            </a:r>
            <a:r>
              <a:rPr lang="en-US" altLang="en-US" sz="2000" dirty="0"/>
              <a:t>: {</a:t>
            </a:r>
            <a:r>
              <a:rPr lang="en-US" altLang="en-US" sz="2000" i="1" dirty="0"/>
              <a:t>0,1,2,3,4,5,6,7,8,9</a:t>
            </a:r>
            <a:r>
              <a:rPr lang="en-US" altLang="en-US" sz="2000" dirty="0"/>
              <a:t>}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Constraints</a:t>
            </a:r>
            <a:r>
              <a:rPr lang="en-US" altLang="en-US" sz="2000" dirty="0"/>
              <a:t>: </a:t>
            </a:r>
            <a:r>
              <a:rPr lang="en-US" altLang="en-US" sz="2000" i="1" dirty="0" err="1"/>
              <a:t>Alldiff</a:t>
            </a:r>
            <a:r>
              <a:rPr lang="en-US" altLang="en-US" sz="2000" i="1" dirty="0"/>
              <a:t> (F,T,U,W,R,O)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O + O = R + 10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endParaRPr lang="en-US" altLang="en-US" i="1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 + W + W = U + 10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altLang="en-US" i="1" dirty="0"/>
              <a:t> X</a:t>
            </a:r>
            <a:r>
              <a:rPr lang="en-US" altLang="en-US" i="1" baseline="-25000" dirty="0"/>
              <a:t>2</a:t>
            </a:r>
            <a:endParaRPr lang="en-US" altLang="en-US" i="1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X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+ T + T </a:t>
            </a:r>
            <a:r>
              <a:rPr lang="en-US" altLang="en-US" dirty="0"/>
              <a:t>= </a:t>
            </a:r>
            <a:r>
              <a:rPr lang="en-US" altLang="en-US" i="1" dirty="0"/>
              <a:t>O + 10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altLang="en-US" i="1" dirty="0"/>
              <a:t> X</a:t>
            </a:r>
            <a:r>
              <a:rPr lang="en-US" altLang="en-US" i="1" baseline="-25000" dirty="0"/>
              <a:t>3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X</a:t>
            </a:r>
            <a:r>
              <a:rPr lang="en-US" altLang="en-US" i="1" baseline="-25000" dirty="0"/>
              <a:t>3</a:t>
            </a:r>
            <a:r>
              <a:rPr lang="en-US" altLang="en-US" dirty="0"/>
              <a:t> = </a:t>
            </a:r>
            <a:r>
              <a:rPr lang="en-US" altLang="en-US" i="1" dirty="0"/>
              <a:t>F</a:t>
            </a:r>
            <a:r>
              <a:rPr lang="en-US" altLang="en-US" dirty="0"/>
              <a:t>, </a:t>
            </a:r>
            <a:r>
              <a:rPr lang="en-US" altLang="en-US" i="1" dirty="0"/>
              <a:t>T </a:t>
            </a:r>
            <a:r>
              <a:rPr lang="en-US" altLang="en-US" dirty="0">
                <a:cs typeface="Arial" panose="020B0604020202020204" pitchFamily="34" charset="0"/>
              </a:rPr>
              <a:t>≠</a:t>
            </a:r>
            <a:r>
              <a:rPr lang="en-US" altLang="en-US" dirty="0"/>
              <a:t> 0, </a:t>
            </a:r>
            <a:r>
              <a:rPr lang="en-US" altLang="en-US" i="1" dirty="0"/>
              <a:t>F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≠</a:t>
            </a:r>
            <a:r>
              <a:rPr lang="en-US" altLang="en-US" dirty="0"/>
              <a:t> 0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2DC385-E8BC-4161-8128-C07DE14E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9D6B-BA19-456A-BC6A-DD9276C54CF5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C7B012-6AEB-46C9-B2D8-245A2432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667B3-048A-4328-9D36-B5F630C8E107}" type="slidenum">
              <a:rPr lang="en-US" altLang="en-US"/>
              <a:pPr/>
              <a:t>9</a:t>
            </a:fld>
            <a:endParaRPr lang="en-US" altLang="en-US"/>
          </a:p>
        </p:txBody>
      </p:sp>
      <p:pic>
        <p:nvPicPr>
          <p:cNvPr id="11269" name="Picture 5" descr="cryptarithmetic">
            <a:extLst>
              <a:ext uri="{FF2B5EF4-FFF2-40B4-BE49-F238E27FC236}">
                <a16:creationId xmlns:a16="http://schemas.microsoft.com/office/drawing/2014/main" id="{AFC4EB5E-77C4-40CB-B510-B1D1D5C7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6096000" cy="22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2E35C4-F062-45B0-A417-B7ECDDB42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Real-world CSPs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9B5723-ADC3-4700-A3BA-E523AF7BD6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24000"/>
            <a:ext cx="8326438" cy="37242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Assignment problems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e.g., who teaches what class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Timetabling problems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e.g., which class is offered when and where?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Transportation scheduling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Factory scheduling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Notice that many real-world problems involve real-valued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BF4A4-7057-4243-884C-D39AB15D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B5BA-3FAE-4333-ABB7-35779E57A75F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CC297-A75E-4C90-9045-AFE02321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F913-4EE0-4461-9821-A51EF042CCE3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6FD621A-06A5-431F-A331-CC811F470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Standard search formulation (incremental)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12383F0-69CE-4B16-95EB-834333F65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Let's start with the straightforward approach, then fix it
</a:t>
            </a:r>
          </a:p>
          <a:p>
            <a:pPr marL="381000" indent="-3810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States are defined by the values assigned so far
</a:t>
            </a:r>
          </a:p>
          <a:p>
            <a:pPr marL="381000" indent="-381000">
              <a:lnSpc>
                <a:spcPct val="80000"/>
              </a:lnSpc>
            </a:pPr>
            <a:endParaRPr lang="en-US" altLang="en-US" sz="2000" dirty="0">
              <a:solidFill>
                <a:schemeClr val="accent2"/>
              </a:solidFill>
            </a:endParaRPr>
          </a:p>
          <a:p>
            <a:pPr marL="381000" indent="-381000"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Initial state</a:t>
            </a:r>
            <a:r>
              <a:rPr lang="en-US" altLang="en-US" sz="2000" dirty="0"/>
              <a:t>: the empty assignment { }</a:t>
            </a:r>
          </a:p>
          <a:p>
            <a:pPr marL="381000" indent="-381000"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Successor function: </a:t>
            </a:r>
            <a:r>
              <a:rPr lang="en-US" altLang="en-US" sz="2000" dirty="0"/>
              <a:t>assign a value to an unassigned variable that does not conflict with current assignment</a:t>
            </a:r>
          </a:p>
          <a:p>
            <a:pPr marL="800100" lvl="1" indent="-3429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ym typeface="Wingdings" panose="05000000000000000000" pitchFamily="2" charset="2"/>
              </a:rPr>
              <a:t> </a:t>
            </a:r>
            <a:r>
              <a:rPr lang="en-US" altLang="en-US" sz="1800" dirty="0"/>
              <a:t>fail if no legal assignments
</a:t>
            </a:r>
          </a:p>
          <a:p>
            <a:pPr marL="381000" indent="-381000">
              <a:lnSpc>
                <a:spcPct val="80000"/>
              </a:lnSpc>
            </a:pPr>
            <a:r>
              <a:rPr lang="en-US" altLang="en-US" sz="2000" dirty="0">
                <a:solidFill>
                  <a:srgbClr val="0070C0"/>
                </a:solidFill>
              </a:rPr>
              <a:t>Goal test: </a:t>
            </a:r>
            <a:r>
              <a:rPr lang="en-US" altLang="en-US" sz="2000" dirty="0"/>
              <a:t>the current assignment is complete</a:t>
            </a:r>
          </a:p>
          <a:p>
            <a:pPr marL="381000" indent="-381000">
              <a:lnSpc>
                <a:spcPct val="80000"/>
              </a:lnSpc>
            </a:pPr>
            <a:endParaRPr lang="en-US" altLang="en-US" sz="2000" dirty="0"/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000" dirty="0"/>
              <a:t>This is the same for all CSPs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000" dirty="0"/>
              <a:t>Every solution appears at depth </a:t>
            </a:r>
            <a:r>
              <a:rPr lang="en-US" altLang="en-US" sz="2000" i="1" dirty="0"/>
              <a:t>n</a:t>
            </a:r>
            <a:r>
              <a:rPr lang="en-US" altLang="en-US" sz="2000" dirty="0"/>
              <a:t> with </a:t>
            </a:r>
            <a:r>
              <a:rPr lang="en-US" altLang="en-US" sz="2000" i="1" dirty="0"/>
              <a:t>n</a:t>
            </a:r>
            <a:r>
              <a:rPr lang="en-US" altLang="en-US" sz="2000" dirty="0"/>
              <a:t> variables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use depth-first search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000" dirty="0"/>
              <a:t>Path is irrelevant, so can also use complete-state formulation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000" dirty="0"/>
              <a:t>b = (n - </a:t>
            </a:r>
            <a:r>
              <a:rPr lang="en-US" altLang="en-US" sz="2000" dirty="0">
                <a:latin typeface="Monotype Corsiva" panose="03010101010201010101" pitchFamily="66" charset="0"/>
              </a:rPr>
              <a:t>l</a:t>
            </a:r>
            <a:r>
              <a:rPr lang="en-US" altLang="en-US" sz="2000" dirty="0"/>
              <a:t> )d at depth </a:t>
            </a:r>
            <a:r>
              <a:rPr lang="en-US" altLang="en-US" sz="2000" dirty="0">
                <a:latin typeface="Monotype Corsiva" panose="03010101010201010101" pitchFamily="66" charset="0"/>
              </a:rPr>
              <a:t>l</a:t>
            </a:r>
            <a:r>
              <a:rPr lang="en-US" altLang="en-US" sz="2000" dirty="0"/>
              <a:t>, hence n!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  <a:r>
              <a:rPr lang="en-US" altLang="en-US" sz="2000" dirty="0" err="1"/>
              <a:t>d</a:t>
            </a:r>
            <a:r>
              <a:rPr lang="en-US" altLang="en-US" sz="2000" baseline="30000" dirty="0" err="1"/>
              <a:t>n</a:t>
            </a:r>
            <a:r>
              <a:rPr lang="en-US" altLang="en-US" sz="2000" dirty="0"/>
              <a:t> leaves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F3F1-4A92-465E-82DB-85737563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4CB4A-EF6D-4E8A-8552-B5F2099DD382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7EBE2-F555-410F-B5FF-4F7EE10A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45D9-EC94-4048-AA4D-688BF0A8CAE9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2A2E0C2-AE2A-403E-B206-4FDF2DB46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search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67B6D21-ACB6-4937-9C41-A5D83CF199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Variable assignments are </a:t>
            </a:r>
            <a:r>
              <a:rPr lang="en-US" altLang="en-US" sz="2000" dirty="0">
                <a:solidFill>
                  <a:srgbClr val="0070C0"/>
                </a:solidFill>
              </a:rPr>
              <a:t>commutative</a:t>
            </a:r>
            <a:r>
              <a:rPr lang="en-US" altLang="en-US" sz="2000" dirty="0"/>
              <a:t>}, i.e.,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[ WA = red then NT = green ] same as [ NT = green then WA = red ]
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Only need to consider assignments to a single variable at each node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sym typeface="Wingdings" panose="05000000000000000000" pitchFamily="2" charset="2"/>
              </a:rPr>
              <a:t> </a:t>
            </a:r>
            <a:r>
              <a:rPr lang="en-US" altLang="en-US" sz="1800" dirty="0"/>
              <a:t>b = d and there are </a:t>
            </a:r>
            <a:r>
              <a:rPr lang="en-US" altLang="en-US" sz="1800" dirty="0" err="1"/>
              <a:t>d</a:t>
            </a:r>
            <a:r>
              <a:rPr lang="en-US" altLang="en-US" sz="1800" baseline="30000" dirty="0" err="1"/>
              <a:t>n</a:t>
            </a:r>
            <a:r>
              <a:rPr lang="en-US" altLang="en-US" sz="1800" dirty="0"/>
              <a:t> leaves
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dirty="0"/>
              <a:t>Depth-first search for CSPs with single-variable assignments is called </a:t>
            </a:r>
            <a:r>
              <a:rPr lang="en-US" altLang="en-US" sz="2000" dirty="0">
                <a:solidFill>
                  <a:srgbClr val="0070C0"/>
                </a:solidFill>
              </a:rPr>
              <a:t>backtracking</a:t>
            </a:r>
            <a:r>
              <a:rPr lang="en-US" altLang="en-US" sz="2000" dirty="0"/>
              <a:t> search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Backtracking search is the basic uninformed algorithm for CSPs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Can solve </a:t>
            </a:r>
            <a:r>
              <a:rPr lang="en-US" altLang="en-US" sz="2000" i="1" dirty="0"/>
              <a:t>n</a:t>
            </a:r>
            <a:r>
              <a:rPr lang="en-US" altLang="en-US" sz="2000" dirty="0"/>
              <a:t>-queens for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</a:t>
            </a:r>
            <a:r>
              <a:rPr lang="en-US" altLang="en-US" sz="2000" dirty="0">
                <a:cs typeface="Arial" panose="020B0604020202020204" pitchFamily="34" charset="0"/>
              </a:rPr>
              <a:t>≈ </a:t>
            </a:r>
            <a:r>
              <a:rPr lang="en-US" altLang="en-US" sz="2000" dirty="0"/>
              <a:t>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3A044-FBC0-4A86-9086-CDF3CD5F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2C62-72C2-4000-92F5-99292D8F2D12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62689-EDDA-4AA5-A78E-0A471933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1A956-D296-403A-B159-71EEF1AD8964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DFD7568-E523-4D00-B06F-6DA7922DF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25CA-31AE-4696-A84B-891D484D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4574-4C73-4105-AFC1-50D5512D341E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B7626-0D77-47FB-AF14-2CA352B9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335A3-5D4E-46A2-A41A-1A0419F3F89B}" type="slidenum">
              <a:rPr lang="en-US" altLang="en-US"/>
              <a:pPr/>
              <a:t>13</a:t>
            </a:fld>
            <a:endParaRPr lang="en-US" altLang="en-US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DB0EECEE-A3DA-4157-B81A-30DD96EAA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21875" r="13281" b="29167"/>
          <a:stretch>
            <a:fillRect/>
          </a:stretch>
        </p:blipFill>
        <p:spPr bwMode="auto">
          <a:xfrm>
            <a:off x="609600" y="1371600"/>
            <a:ext cx="7848600" cy="414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47E0DB3-5529-4FF9-902F-E968524D3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8724-72F1-469B-833C-F29F4CD4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D1BD-EA04-4E0F-BBA7-EF9FF028F3A4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D225-ED2D-416B-B096-5CDC02DB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141E-71FF-4857-87DB-2D65C71FD13B}" type="slidenum">
              <a:rPr lang="en-US" altLang="en-US"/>
              <a:pPr/>
              <a:t>14</a:t>
            </a:fld>
            <a:endParaRPr lang="en-US" altLang="en-US"/>
          </a:p>
        </p:txBody>
      </p:sp>
      <p:pic>
        <p:nvPicPr>
          <p:cNvPr id="16388" name="Picture 4" descr="backtrack-progress1c">
            <a:extLst>
              <a:ext uri="{FF2B5EF4-FFF2-40B4-BE49-F238E27FC236}">
                <a16:creationId xmlns:a16="http://schemas.microsoft.com/office/drawing/2014/main" id="{EFE3A27A-F0E3-4813-B8D7-FD1CF5DC9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BFBF184-652F-4FC2-B861-9FDBA2A59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7655-02B8-40B2-93BF-D3A85067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DE3C-76DB-422C-BE2E-5CB56DDFA952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808C-3616-4BE8-8015-BCAEEE2A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79A3-2054-40C2-84A8-63BDFD19C75E}" type="slidenum">
              <a:rPr lang="en-US" altLang="en-US"/>
              <a:pPr/>
              <a:t>15</a:t>
            </a:fld>
            <a:endParaRPr lang="en-US" altLang="en-US"/>
          </a:p>
        </p:txBody>
      </p:sp>
      <p:pic>
        <p:nvPicPr>
          <p:cNvPr id="40964" name="Picture 4" descr="backtrack-progress2c">
            <a:extLst>
              <a:ext uri="{FF2B5EF4-FFF2-40B4-BE49-F238E27FC236}">
                <a16:creationId xmlns:a16="http://schemas.microsoft.com/office/drawing/2014/main" id="{BA7C3CB8-5B62-4CCA-A5A0-D8BB2E9E5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575636C-F89D-46F8-9082-9A391D9D9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4C0A3-548A-459F-B641-024DF231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C00C9-4E16-4829-935A-379251A07A29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2514C-11E4-42F8-AEDF-A27B8609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B80FA-BEBD-4926-96CA-48F6D82908F9}" type="slidenum">
              <a:rPr lang="en-US" altLang="en-US"/>
              <a:pPr/>
              <a:t>16</a:t>
            </a:fld>
            <a:endParaRPr lang="en-US" altLang="en-US"/>
          </a:p>
        </p:txBody>
      </p:sp>
      <p:pic>
        <p:nvPicPr>
          <p:cNvPr id="41989" name="Picture 5" descr="backtrack-progress3c">
            <a:extLst>
              <a:ext uri="{FF2B5EF4-FFF2-40B4-BE49-F238E27FC236}">
                <a16:creationId xmlns:a16="http://schemas.microsoft.com/office/drawing/2014/main" id="{B47A71D6-8C20-4777-B433-10DE6824B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BD02A00-ABE3-454C-B583-22CF0F604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Backtracking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1226-064C-41B0-BABD-B21DCFA3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3030-17B5-4036-97FE-7ADB1DF7FA09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C05D6-59C6-4B93-9653-9665DA92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C93DB-335F-42C1-8F5A-43BCB1B9131E}" type="slidenum">
              <a:rPr lang="en-US" altLang="en-US"/>
              <a:pPr/>
              <a:t>17</a:t>
            </a:fld>
            <a:endParaRPr lang="en-US" altLang="en-US"/>
          </a:p>
        </p:txBody>
      </p:sp>
      <p:pic>
        <p:nvPicPr>
          <p:cNvPr id="19460" name="Picture 4" descr="backtrack-progress4c">
            <a:extLst>
              <a:ext uri="{FF2B5EF4-FFF2-40B4-BE49-F238E27FC236}">
                <a16:creationId xmlns:a16="http://schemas.microsoft.com/office/drawing/2014/main" id="{DABD65CF-9EE8-4A1A-8543-010BDEE6C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1619250"/>
            <a:ext cx="5857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2533016-BDF6-4C24-A2FB-C8A46D035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Improving backtracking efficiency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2279E34-1FDC-4E19-9FE0-1C026E570F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General-purpose</a:t>
            </a:r>
            <a:r>
              <a:rPr lang="en-US" altLang="en-US" dirty="0"/>
              <a:t> methods can give huge gains in speed: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Which variable should be assigned next?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In what order should its values be tried?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Can we detect inevitable failure early?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D7A9-A75C-4CD8-94DB-F5DF67FF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6AC1-30E4-4CC7-8B10-29BBE50CC97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DD4AE-416A-4E65-BD05-12DCE4ED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2A8C-015F-4325-9A6D-7B2B43BA8578}" type="slidenum">
              <a:rPr lang="en-US" altLang="en-US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AA673BC-03F0-4C4A-A30C-96CD2311F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Minimum remaining values (MRV)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516FAE1-34D7-4670-A69B-C10392BD98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Minimum remaining values: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/>
              <a:t>choose the variable with the fewest legal values
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594B56-9DD7-414D-AF04-4389521C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4F4B9-1442-439D-9320-6596169E4B6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52E99B-E803-4AED-B967-F74FF8FE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71194-3773-49F8-8CCA-6677C841C04D}" type="slidenum">
              <a:rPr lang="en-US" altLang="en-US"/>
              <a:pPr/>
              <a:t>19</a:t>
            </a:fld>
            <a:endParaRPr lang="en-US" altLang="en-US"/>
          </a:p>
        </p:txBody>
      </p:sp>
      <p:pic>
        <p:nvPicPr>
          <p:cNvPr id="21508" name="Picture 4" descr="australia-most-constrained-variable">
            <a:extLst>
              <a:ext uri="{FF2B5EF4-FFF2-40B4-BE49-F238E27FC236}">
                <a16:creationId xmlns:a16="http://schemas.microsoft.com/office/drawing/2014/main" id="{E0E914C3-BC1A-489A-96C6-1ED89019B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124200"/>
            <a:ext cx="6105525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4AB2339-A42F-4DDF-9949-7C9361F96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Degree Heuristic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1548858-5788-4401-AE33-8BF2459060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Tie-breaker among MRV variables</a:t>
            </a:r>
          </a:p>
          <a:p>
            <a:endParaRPr lang="en-US" altLang="en-US" dirty="0"/>
          </a:p>
          <a:p>
            <a:r>
              <a:rPr lang="en-US" altLang="en-US" dirty="0"/>
              <a:t>Degree Heuristic (most constraining variable first):</a:t>
            </a:r>
          </a:p>
          <a:p>
            <a:pPr lvl="1"/>
            <a:r>
              <a:rPr lang="en-US" altLang="en-US" dirty="0"/>
              <a:t>choose the variable with the most constraints on remaining variables (with the highest degree)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708835-5FE1-4E93-8C40-2AFC5019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07528-9246-4BE7-BB28-7FD7E33C8848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C1DBB3F-CD1A-4E30-9363-B1FCBCAA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4B3EB-5C84-4886-BB89-DD96C7CE14DB}" type="slidenum">
              <a:rPr lang="en-US" altLang="en-US"/>
              <a:pPr/>
              <a:t>20</a:t>
            </a:fld>
            <a:endParaRPr lang="en-US" altLang="en-US"/>
          </a:p>
        </p:txBody>
      </p:sp>
      <p:pic>
        <p:nvPicPr>
          <p:cNvPr id="22532" name="Picture 4" descr="australia-most-constraining-variable">
            <a:extLst>
              <a:ext uri="{FF2B5EF4-FFF2-40B4-BE49-F238E27FC236}">
                <a16:creationId xmlns:a16="http://schemas.microsoft.com/office/drawing/2014/main" id="{836BB7A8-E297-4890-BD14-C1160F29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7620000" cy="123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0B974EA-4C40-4B38-AB6A-3443408DC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Least constraining value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8D21516-C1C5-4107-B3A5-A7D6F9BFA2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Given a variable, choose the least constraining value: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the one that rules out the fewest values in the remaining variables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Combining these heuristics makes 1000 queens feasible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2D4BB5-8958-477B-8A77-C46DAA3E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41A79-2AFE-46C2-958E-25CA65F2786B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4855D6B-9F71-416F-BA9A-0AC7BED7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34C80-B5FD-4D78-878D-50DD02BBB052}" type="slidenum">
              <a:rPr lang="en-US" altLang="en-US"/>
              <a:pPr/>
              <a:t>21</a:t>
            </a:fld>
            <a:endParaRPr lang="en-US" altLang="en-US" dirty="0"/>
          </a:p>
        </p:txBody>
      </p:sp>
      <p:pic>
        <p:nvPicPr>
          <p:cNvPr id="23556" name="Picture 4" descr="australia-least-constraining-value">
            <a:extLst>
              <a:ext uri="{FF2B5EF4-FFF2-40B4-BE49-F238E27FC236}">
                <a16:creationId xmlns:a16="http://schemas.microsoft.com/office/drawing/2014/main" id="{58F4AAFD-1BA0-4CE2-8A52-CBBAB3F9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7012"/>
            <a:ext cx="7086600" cy="167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A3FD8BA-A4CB-4164-BC94-3008248FB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checking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FA17F40-7670-45AB-BD50-A744A1893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Idea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000" dirty="0"/>
              <a:t>Keep track of remaining legal values for unassigned variables</a:t>
            </a:r>
          </a:p>
          <a:p>
            <a:pPr lvl="1"/>
            <a:r>
              <a:rPr lang="en-US" altLang="en-US" sz="2000" dirty="0"/>
              <a:t>Terminate search when any variable has no legal values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089142-10D3-455F-99E3-65F50525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43E-8A98-49CB-B343-3D3F6B15D0C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BA6740-9617-4DDB-9F56-1005DBA7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F7312-CB8E-4EFA-A7C6-BFF8E00F879B}" type="slidenum">
              <a:rPr lang="en-US" altLang="en-US"/>
              <a:pPr/>
              <a:t>22</a:t>
            </a:fld>
            <a:endParaRPr lang="en-US" altLang="en-US"/>
          </a:p>
        </p:txBody>
      </p:sp>
      <p:pic>
        <p:nvPicPr>
          <p:cNvPr id="24580" name="Picture 4" descr="forward-checking-progress1c">
            <a:extLst>
              <a:ext uri="{FF2B5EF4-FFF2-40B4-BE49-F238E27FC236}">
                <a16:creationId xmlns:a16="http://schemas.microsoft.com/office/drawing/2014/main" id="{DF6399A6-2579-45EE-806B-7EDDA122D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D19E4FA-5B57-4FCF-8F8A-19F384803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checking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4E0A152-1401-412A-9342-38622939E0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Idea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000" dirty="0"/>
              <a:t>Keep track of remaining legal values for unassigned variables</a:t>
            </a:r>
          </a:p>
          <a:p>
            <a:pPr lvl="1"/>
            <a:r>
              <a:rPr lang="en-US" altLang="en-US" sz="2000" dirty="0"/>
              <a:t>Terminate search when any variable has no legal values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E950E52-96B4-4419-86E1-0F111390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7C16-9FAD-4DCF-9CCA-61860C978675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2B5CE7-DC78-4E94-B68E-6821460A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24477-FE2D-452B-9533-DCBBA9BED305}" type="slidenum">
              <a:rPr lang="en-US" altLang="en-US"/>
              <a:pPr/>
              <a:t>23</a:t>
            </a:fld>
            <a:endParaRPr lang="en-US" altLang="en-US"/>
          </a:p>
        </p:txBody>
      </p:sp>
      <p:pic>
        <p:nvPicPr>
          <p:cNvPr id="43012" name="Picture 4" descr="forward-checking-progress2c">
            <a:extLst>
              <a:ext uri="{FF2B5EF4-FFF2-40B4-BE49-F238E27FC236}">
                <a16:creationId xmlns:a16="http://schemas.microsoft.com/office/drawing/2014/main" id="{56BF0082-3F28-46E8-97BE-B6B2015A7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F9EAA30-764E-40CC-9DD6-ED96F3877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checking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5E2994C-E1A0-4C83-ABE2-9EC372144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Idea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000" dirty="0"/>
              <a:t>Keep track of remaining legal values for unassigned variables</a:t>
            </a:r>
          </a:p>
          <a:p>
            <a:pPr lvl="1"/>
            <a:r>
              <a:rPr lang="en-US" altLang="en-US" sz="2000" dirty="0"/>
              <a:t>Terminate search when any variable has no legal values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08E2518-BCEC-4CED-ACF2-E4878E9E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0838F-12AD-4444-BDB1-445E4E648CD8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2FEA7BD-A407-4F46-BA22-7702CA15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E66BC-7E8F-416B-B3CC-F783AACD51F0}" type="slidenum">
              <a:rPr lang="en-US" altLang="en-US"/>
              <a:pPr/>
              <a:t>24</a:t>
            </a:fld>
            <a:endParaRPr lang="en-US" altLang="en-US"/>
          </a:p>
        </p:txBody>
      </p:sp>
      <p:pic>
        <p:nvPicPr>
          <p:cNvPr id="44036" name="Picture 4" descr="forward-checking-progress3c">
            <a:extLst>
              <a:ext uri="{FF2B5EF4-FFF2-40B4-BE49-F238E27FC236}">
                <a16:creationId xmlns:a16="http://schemas.microsoft.com/office/drawing/2014/main" id="{5E08D22E-8E43-4D1A-8ECC-85BE9C024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DAB78C8-0098-4E1C-9BDF-442B786CA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checking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9D28204-7F85-4CF7-BB63-07A8858002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Idea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sz="2000" dirty="0"/>
              <a:t>Keep track of remaining legal values for unassigned variables</a:t>
            </a:r>
          </a:p>
          <a:p>
            <a:pPr lvl="1"/>
            <a:r>
              <a:rPr lang="en-US" altLang="en-US" sz="2000" dirty="0"/>
              <a:t>Terminate search when any variable has no legal values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ED7830-3B41-4B92-9607-20A11521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DDC1-7C33-4344-8225-58EE62720D9A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90CF37-6966-488E-9887-C3FA09C6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BD3A8-C3B1-4DE9-9920-F231B5E78166}" type="slidenum">
              <a:rPr lang="en-US" altLang="en-US"/>
              <a:pPr/>
              <a:t>25</a:t>
            </a:fld>
            <a:endParaRPr lang="en-US" altLang="en-US"/>
          </a:p>
        </p:txBody>
      </p:sp>
      <p:pic>
        <p:nvPicPr>
          <p:cNvPr id="45060" name="Picture 4" descr="forward-checking-progress4c">
            <a:extLst>
              <a:ext uri="{FF2B5EF4-FFF2-40B4-BE49-F238E27FC236}">
                <a16:creationId xmlns:a16="http://schemas.microsoft.com/office/drawing/2014/main" id="{7A8795E2-8691-471C-B2BA-3DF8A29DB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048000"/>
            <a:ext cx="51339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1AD75A28-6066-07F0-394C-40FFBEC7F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96259" name="Oval 3">
            <a:extLst>
              <a:ext uri="{FF2B5EF4-FFF2-40B4-BE49-F238E27FC236}">
                <a16:creationId xmlns:a16="http://schemas.microsoft.com/office/drawing/2014/main" id="{248AECA7-90EE-6D19-7CBA-3692D4E4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0" name="Oval 4">
            <a:extLst>
              <a:ext uri="{FF2B5EF4-FFF2-40B4-BE49-F238E27FC236}">
                <a16:creationId xmlns:a16="http://schemas.microsoft.com/office/drawing/2014/main" id="{067D442F-BB10-32A2-D388-1E9ABE097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1" name="Oval 5">
            <a:extLst>
              <a:ext uri="{FF2B5EF4-FFF2-40B4-BE49-F238E27FC236}">
                <a16:creationId xmlns:a16="http://schemas.microsoft.com/office/drawing/2014/main" id="{E35AF418-6338-9119-007C-011483F64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2" name="Oval 6">
            <a:extLst>
              <a:ext uri="{FF2B5EF4-FFF2-40B4-BE49-F238E27FC236}">
                <a16:creationId xmlns:a16="http://schemas.microsoft.com/office/drawing/2014/main" id="{B43135F8-C01A-60AE-2307-B747B4151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3" name="Oval 7">
            <a:extLst>
              <a:ext uri="{FF2B5EF4-FFF2-40B4-BE49-F238E27FC236}">
                <a16:creationId xmlns:a16="http://schemas.microsoft.com/office/drawing/2014/main" id="{F6444BFA-CF39-D15C-AE7A-4A7A00D4A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264" name="Line 8">
            <a:extLst>
              <a:ext uri="{FF2B5EF4-FFF2-40B4-BE49-F238E27FC236}">
                <a16:creationId xmlns:a16="http://schemas.microsoft.com/office/drawing/2014/main" id="{60E9AA7C-BD07-F11E-0D48-B303535079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5" name="Line 9">
            <a:extLst>
              <a:ext uri="{FF2B5EF4-FFF2-40B4-BE49-F238E27FC236}">
                <a16:creationId xmlns:a16="http://schemas.microsoft.com/office/drawing/2014/main" id="{5A5A1FAE-B1E8-EB0E-0363-A629EC91D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6" name="Line 10">
            <a:extLst>
              <a:ext uri="{FF2B5EF4-FFF2-40B4-BE49-F238E27FC236}">
                <a16:creationId xmlns:a16="http://schemas.microsoft.com/office/drawing/2014/main" id="{0C45127A-FF8C-B63E-7B21-582FBD35D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7" name="Line 11">
            <a:extLst>
              <a:ext uri="{FF2B5EF4-FFF2-40B4-BE49-F238E27FC236}">
                <a16:creationId xmlns:a16="http://schemas.microsoft.com/office/drawing/2014/main" id="{B83399A3-F92E-96F4-041B-58EF4F04E2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8" name="Line 12">
            <a:extLst>
              <a:ext uri="{FF2B5EF4-FFF2-40B4-BE49-F238E27FC236}">
                <a16:creationId xmlns:a16="http://schemas.microsoft.com/office/drawing/2014/main" id="{103FDC60-C8B3-40B0-7C61-69DC65741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69" name="Line 13">
            <a:extLst>
              <a:ext uri="{FF2B5EF4-FFF2-40B4-BE49-F238E27FC236}">
                <a16:creationId xmlns:a16="http://schemas.microsoft.com/office/drawing/2014/main" id="{FB232510-474B-513F-751F-081DFB1B5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0" name="Line 14">
            <a:extLst>
              <a:ext uri="{FF2B5EF4-FFF2-40B4-BE49-F238E27FC236}">
                <a16:creationId xmlns:a16="http://schemas.microsoft.com/office/drawing/2014/main" id="{063F2CB6-B64C-7BDF-6EA7-2EF0F1481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1" name="Text Box 15">
            <a:extLst>
              <a:ext uri="{FF2B5EF4-FFF2-40B4-BE49-F238E27FC236}">
                <a16:creationId xmlns:a16="http://schemas.microsoft.com/office/drawing/2014/main" id="{2AD4E10A-B2EC-6CEF-1A3E-9503CA71B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6272" name="Text Box 16">
            <a:extLst>
              <a:ext uri="{FF2B5EF4-FFF2-40B4-BE49-F238E27FC236}">
                <a16:creationId xmlns:a16="http://schemas.microsoft.com/office/drawing/2014/main" id="{7402B05D-26B0-C6FD-61AF-A3CFC549C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6273" name="Text Box 17">
            <a:extLst>
              <a:ext uri="{FF2B5EF4-FFF2-40B4-BE49-F238E27FC236}">
                <a16:creationId xmlns:a16="http://schemas.microsoft.com/office/drawing/2014/main" id="{C32F4FAE-29A0-6B7B-28C9-14015F424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6274" name="Text Box 18">
            <a:extLst>
              <a:ext uri="{FF2B5EF4-FFF2-40B4-BE49-F238E27FC236}">
                <a16:creationId xmlns:a16="http://schemas.microsoft.com/office/drawing/2014/main" id="{BA70CEDA-2121-A73B-2BBC-DD4381C73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6275" name="Text Box 19">
            <a:extLst>
              <a:ext uri="{FF2B5EF4-FFF2-40B4-BE49-F238E27FC236}">
                <a16:creationId xmlns:a16="http://schemas.microsoft.com/office/drawing/2014/main" id="{F3F58F54-0665-E579-0D55-45B5BCB85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37069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C0D9663-2153-A5AC-603C-847CF18B0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97283" name="Oval 3">
            <a:extLst>
              <a:ext uri="{FF2B5EF4-FFF2-40B4-BE49-F238E27FC236}">
                <a16:creationId xmlns:a16="http://schemas.microsoft.com/office/drawing/2014/main" id="{6F6C701E-6791-05A5-A1F2-D8EB5F14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4" name="Oval 4">
            <a:extLst>
              <a:ext uri="{FF2B5EF4-FFF2-40B4-BE49-F238E27FC236}">
                <a16:creationId xmlns:a16="http://schemas.microsoft.com/office/drawing/2014/main" id="{824A4104-A6B1-4570-021B-CBD9864E1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5" name="Oval 5">
            <a:extLst>
              <a:ext uri="{FF2B5EF4-FFF2-40B4-BE49-F238E27FC236}">
                <a16:creationId xmlns:a16="http://schemas.microsoft.com/office/drawing/2014/main" id="{95DED704-5304-5906-E69E-38344422E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6" name="Oval 6">
            <a:extLst>
              <a:ext uri="{FF2B5EF4-FFF2-40B4-BE49-F238E27FC236}">
                <a16:creationId xmlns:a16="http://schemas.microsoft.com/office/drawing/2014/main" id="{375C0263-7FFF-5956-E52E-DCEDFB9FE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7" name="Oval 7">
            <a:extLst>
              <a:ext uri="{FF2B5EF4-FFF2-40B4-BE49-F238E27FC236}">
                <a16:creationId xmlns:a16="http://schemas.microsoft.com/office/drawing/2014/main" id="{595392AA-48C2-D52F-C1C3-BD3C7239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8" name="Line 8">
            <a:extLst>
              <a:ext uri="{FF2B5EF4-FFF2-40B4-BE49-F238E27FC236}">
                <a16:creationId xmlns:a16="http://schemas.microsoft.com/office/drawing/2014/main" id="{8FA1C27B-1475-D941-FED3-B2AECADEC6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9" name="Line 9">
            <a:extLst>
              <a:ext uri="{FF2B5EF4-FFF2-40B4-BE49-F238E27FC236}">
                <a16:creationId xmlns:a16="http://schemas.microsoft.com/office/drawing/2014/main" id="{AC647CE2-8928-3930-A4A6-F035A2617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0" name="Line 10">
            <a:extLst>
              <a:ext uri="{FF2B5EF4-FFF2-40B4-BE49-F238E27FC236}">
                <a16:creationId xmlns:a16="http://schemas.microsoft.com/office/drawing/2014/main" id="{60A0055C-55EB-1493-760D-4FBE644C3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1" name="Line 11">
            <a:extLst>
              <a:ext uri="{FF2B5EF4-FFF2-40B4-BE49-F238E27FC236}">
                <a16:creationId xmlns:a16="http://schemas.microsoft.com/office/drawing/2014/main" id="{1FFDA3B5-C626-940F-6A08-25361F59F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2" name="Line 12">
            <a:extLst>
              <a:ext uri="{FF2B5EF4-FFF2-40B4-BE49-F238E27FC236}">
                <a16:creationId xmlns:a16="http://schemas.microsoft.com/office/drawing/2014/main" id="{138011DA-09CE-9140-CC3C-591897B2C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3" name="Line 13">
            <a:extLst>
              <a:ext uri="{FF2B5EF4-FFF2-40B4-BE49-F238E27FC236}">
                <a16:creationId xmlns:a16="http://schemas.microsoft.com/office/drawing/2014/main" id="{1394BE00-C13C-FFE8-D1D1-38C195A17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4" name="Line 14">
            <a:extLst>
              <a:ext uri="{FF2B5EF4-FFF2-40B4-BE49-F238E27FC236}">
                <a16:creationId xmlns:a16="http://schemas.microsoft.com/office/drawing/2014/main" id="{72F8F51D-1B32-73AE-DE53-528EC251C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95" name="Text Box 15">
            <a:extLst>
              <a:ext uri="{FF2B5EF4-FFF2-40B4-BE49-F238E27FC236}">
                <a16:creationId xmlns:a16="http://schemas.microsoft.com/office/drawing/2014/main" id="{D77FB899-0F2F-38CE-3836-1815F18CF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7296" name="Text Box 16">
            <a:extLst>
              <a:ext uri="{FF2B5EF4-FFF2-40B4-BE49-F238E27FC236}">
                <a16:creationId xmlns:a16="http://schemas.microsoft.com/office/drawing/2014/main" id="{3A5854FC-A8B3-2ABB-F22F-BDA5F8EEC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7297" name="Text Box 17">
            <a:extLst>
              <a:ext uri="{FF2B5EF4-FFF2-40B4-BE49-F238E27FC236}">
                <a16:creationId xmlns:a16="http://schemas.microsoft.com/office/drawing/2014/main" id="{79AD11AE-C9ED-A47F-6793-2B91F1EC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7298" name="Text Box 18">
            <a:extLst>
              <a:ext uri="{FF2B5EF4-FFF2-40B4-BE49-F238E27FC236}">
                <a16:creationId xmlns:a16="http://schemas.microsoft.com/office/drawing/2014/main" id="{A92133F0-35D5-5D35-7551-63C9407AA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7299" name="Text Box 19">
            <a:extLst>
              <a:ext uri="{FF2B5EF4-FFF2-40B4-BE49-F238E27FC236}">
                <a16:creationId xmlns:a16="http://schemas.microsoft.com/office/drawing/2014/main" id="{F5B18841-2216-32A1-6C96-D7B7B7C06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6060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C2C09B2-2C97-37CC-BD0B-7DF68576A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98307" name="Oval 3">
            <a:extLst>
              <a:ext uri="{FF2B5EF4-FFF2-40B4-BE49-F238E27FC236}">
                <a16:creationId xmlns:a16="http://schemas.microsoft.com/office/drawing/2014/main" id="{687F34BD-3C39-0C4C-72DA-E4E50ABA4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308" name="Oval 4">
            <a:extLst>
              <a:ext uri="{FF2B5EF4-FFF2-40B4-BE49-F238E27FC236}">
                <a16:creationId xmlns:a16="http://schemas.microsoft.com/office/drawing/2014/main" id="{C24B9818-B133-E86B-F415-6397BBCAA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309" name="Oval 5">
            <a:extLst>
              <a:ext uri="{FF2B5EF4-FFF2-40B4-BE49-F238E27FC236}">
                <a16:creationId xmlns:a16="http://schemas.microsoft.com/office/drawing/2014/main" id="{C9AC255B-126F-DD5D-5A23-A76650EF8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310" name="Oval 6">
            <a:extLst>
              <a:ext uri="{FF2B5EF4-FFF2-40B4-BE49-F238E27FC236}">
                <a16:creationId xmlns:a16="http://schemas.microsoft.com/office/drawing/2014/main" id="{4AF4AAA6-C0D7-3851-3461-DC6D0BFF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311" name="Oval 7">
            <a:extLst>
              <a:ext uri="{FF2B5EF4-FFF2-40B4-BE49-F238E27FC236}">
                <a16:creationId xmlns:a16="http://schemas.microsoft.com/office/drawing/2014/main" id="{9B2AB711-4BB5-B894-8910-6C2F22870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312" name="Line 8">
            <a:extLst>
              <a:ext uri="{FF2B5EF4-FFF2-40B4-BE49-F238E27FC236}">
                <a16:creationId xmlns:a16="http://schemas.microsoft.com/office/drawing/2014/main" id="{FE736277-D974-2981-8050-C2E2E17E28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3" name="Line 9">
            <a:extLst>
              <a:ext uri="{FF2B5EF4-FFF2-40B4-BE49-F238E27FC236}">
                <a16:creationId xmlns:a16="http://schemas.microsoft.com/office/drawing/2014/main" id="{A4E67264-15B7-13B7-112A-03D5C5F88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4" name="Line 10">
            <a:extLst>
              <a:ext uri="{FF2B5EF4-FFF2-40B4-BE49-F238E27FC236}">
                <a16:creationId xmlns:a16="http://schemas.microsoft.com/office/drawing/2014/main" id="{54EAFECF-7BF1-9C92-10C6-92C9FE8A3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5" name="Line 11">
            <a:extLst>
              <a:ext uri="{FF2B5EF4-FFF2-40B4-BE49-F238E27FC236}">
                <a16:creationId xmlns:a16="http://schemas.microsoft.com/office/drawing/2014/main" id="{81311436-9422-BC61-DB3E-23E1F8F75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6" name="Line 12">
            <a:extLst>
              <a:ext uri="{FF2B5EF4-FFF2-40B4-BE49-F238E27FC236}">
                <a16:creationId xmlns:a16="http://schemas.microsoft.com/office/drawing/2014/main" id="{57B08CCB-7A98-1FDD-FE4B-B2906C0F8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7" name="Line 13">
            <a:extLst>
              <a:ext uri="{FF2B5EF4-FFF2-40B4-BE49-F238E27FC236}">
                <a16:creationId xmlns:a16="http://schemas.microsoft.com/office/drawing/2014/main" id="{77A0C29D-62D5-0BCD-92ED-5E7798A56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8" name="Line 14">
            <a:extLst>
              <a:ext uri="{FF2B5EF4-FFF2-40B4-BE49-F238E27FC236}">
                <a16:creationId xmlns:a16="http://schemas.microsoft.com/office/drawing/2014/main" id="{0931A3E9-0C8C-9608-8F50-C8D0B3A14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319" name="Text Box 15">
            <a:extLst>
              <a:ext uri="{FF2B5EF4-FFF2-40B4-BE49-F238E27FC236}">
                <a16:creationId xmlns:a16="http://schemas.microsoft.com/office/drawing/2014/main" id="{B41605E4-55D0-EFC8-839E-52AC17DAA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8320" name="Text Box 16">
            <a:extLst>
              <a:ext uri="{FF2B5EF4-FFF2-40B4-BE49-F238E27FC236}">
                <a16:creationId xmlns:a16="http://schemas.microsoft.com/office/drawing/2014/main" id="{062A5803-49DB-E536-6313-9CAB8B5CD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8321" name="Text Box 17">
            <a:extLst>
              <a:ext uri="{FF2B5EF4-FFF2-40B4-BE49-F238E27FC236}">
                <a16:creationId xmlns:a16="http://schemas.microsoft.com/office/drawing/2014/main" id="{5018E9A8-5CD7-09D2-B0A8-12D481F2D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8322" name="Text Box 18">
            <a:extLst>
              <a:ext uri="{FF2B5EF4-FFF2-40B4-BE49-F238E27FC236}">
                <a16:creationId xmlns:a16="http://schemas.microsoft.com/office/drawing/2014/main" id="{C2AA3D6F-7723-6384-7BA3-4400B75CD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8323" name="Text Box 19">
            <a:extLst>
              <a:ext uri="{FF2B5EF4-FFF2-40B4-BE49-F238E27FC236}">
                <a16:creationId xmlns:a16="http://schemas.microsoft.com/office/drawing/2014/main" id="{C1FD1C7E-C5DA-9C4A-B285-BF484412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35592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93B495F-03AC-7AA8-5C3C-4FFC6BC4D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99331" name="Oval 3">
            <a:extLst>
              <a:ext uri="{FF2B5EF4-FFF2-40B4-BE49-F238E27FC236}">
                <a16:creationId xmlns:a16="http://schemas.microsoft.com/office/drawing/2014/main" id="{5D973C8C-33CB-9954-9072-EE04A13B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2" name="Oval 4">
            <a:extLst>
              <a:ext uri="{FF2B5EF4-FFF2-40B4-BE49-F238E27FC236}">
                <a16:creationId xmlns:a16="http://schemas.microsoft.com/office/drawing/2014/main" id="{A26B32BB-EB11-420B-258D-7B55A6F66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3" name="Oval 5">
            <a:extLst>
              <a:ext uri="{FF2B5EF4-FFF2-40B4-BE49-F238E27FC236}">
                <a16:creationId xmlns:a16="http://schemas.microsoft.com/office/drawing/2014/main" id="{8BB7C60D-CEC5-725B-6689-533C664CC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4" name="Oval 6">
            <a:extLst>
              <a:ext uri="{FF2B5EF4-FFF2-40B4-BE49-F238E27FC236}">
                <a16:creationId xmlns:a16="http://schemas.microsoft.com/office/drawing/2014/main" id="{C872B6E0-95D4-0FC4-1750-F9365002B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5" name="Oval 7">
            <a:extLst>
              <a:ext uri="{FF2B5EF4-FFF2-40B4-BE49-F238E27FC236}">
                <a16:creationId xmlns:a16="http://schemas.microsoft.com/office/drawing/2014/main" id="{A835841C-B94D-D8AD-8BCA-A8DE659D8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36" name="Line 8">
            <a:extLst>
              <a:ext uri="{FF2B5EF4-FFF2-40B4-BE49-F238E27FC236}">
                <a16:creationId xmlns:a16="http://schemas.microsoft.com/office/drawing/2014/main" id="{331D0B16-39E7-C662-5805-E7112DD7C2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7" name="Line 9">
            <a:extLst>
              <a:ext uri="{FF2B5EF4-FFF2-40B4-BE49-F238E27FC236}">
                <a16:creationId xmlns:a16="http://schemas.microsoft.com/office/drawing/2014/main" id="{F1BDD618-A52F-5A14-549A-971065101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8" name="Line 10">
            <a:extLst>
              <a:ext uri="{FF2B5EF4-FFF2-40B4-BE49-F238E27FC236}">
                <a16:creationId xmlns:a16="http://schemas.microsoft.com/office/drawing/2014/main" id="{78A72826-02AE-9302-0D2F-0E087E7F7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9" name="Line 11">
            <a:extLst>
              <a:ext uri="{FF2B5EF4-FFF2-40B4-BE49-F238E27FC236}">
                <a16:creationId xmlns:a16="http://schemas.microsoft.com/office/drawing/2014/main" id="{D2FF48A2-8726-A595-85E8-E17272202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0" name="Line 12">
            <a:extLst>
              <a:ext uri="{FF2B5EF4-FFF2-40B4-BE49-F238E27FC236}">
                <a16:creationId xmlns:a16="http://schemas.microsoft.com/office/drawing/2014/main" id="{8E9EFCAE-F5CB-8A8C-6B45-084771FC9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1" name="Line 13">
            <a:extLst>
              <a:ext uri="{FF2B5EF4-FFF2-40B4-BE49-F238E27FC236}">
                <a16:creationId xmlns:a16="http://schemas.microsoft.com/office/drawing/2014/main" id="{C7B05F1C-5400-6369-7412-8D84A4399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2" name="Line 14">
            <a:extLst>
              <a:ext uri="{FF2B5EF4-FFF2-40B4-BE49-F238E27FC236}">
                <a16:creationId xmlns:a16="http://schemas.microsoft.com/office/drawing/2014/main" id="{1926B3D8-32EE-B828-E332-50133027D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3" name="Text Box 15">
            <a:extLst>
              <a:ext uri="{FF2B5EF4-FFF2-40B4-BE49-F238E27FC236}">
                <a16:creationId xmlns:a16="http://schemas.microsoft.com/office/drawing/2014/main" id="{2B418323-BCA4-DAB2-915D-80099B0C6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9344" name="Text Box 16">
            <a:extLst>
              <a:ext uri="{FF2B5EF4-FFF2-40B4-BE49-F238E27FC236}">
                <a16:creationId xmlns:a16="http://schemas.microsoft.com/office/drawing/2014/main" id="{00A89DA5-6538-21D4-6BD7-AF47FFC9E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9345" name="Text Box 17">
            <a:extLst>
              <a:ext uri="{FF2B5EF4-FFF2-40B4-BE49-F238E27FC236}">
                <a16:creationId xmlns:a16="http://schemas.microsoft.com/office/drawing/2014/main" id="{245F7939-08E1-1BF5-68E0-678F92D73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9346" name="Text Box 18">
            <a:extLst>
              <a:ext uri="{FF2B5EF4-FFF2-40B4-BE49-F238E27FC236}">
                <a16:creationId xmlns:a16="http://schemas.microsoft.com/office/drawing/2014/main" id="{1E9C435C-7331-F6E8-9A54-193F4BF61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99347" name="Text Box 19">
            <a:extLst>
              <a:ext uri="{FF2B5EF4-FFF2-40B4-BE49-F238E27FC236}">
                <a16:creationId xmlns:a16="http://schemas.microsoft.com/office/drawing/2014/main" id="{FDF3A49A-B387-D2C5-E85B-C3D46B0F9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723187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67D2720-2E8E-6D19-B02E-B09C1832C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0355" name="Oval 3">
            <a:extLst>
              <a:ext uri="{FF2B5EF4-FFF2-40B4-BE49-F238E27FC236}">
                <a16:creationId xmlns:a16="http://schemas.microsoft.com/office/drawing/2014/main" id="{3AA00E4F-53C9-5050-0B4B-4B038E638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356" name="Oval 4">
            <a:extLst>
              <a:ext uri="{FF2B5EF4-FFF2-40B4-BE49-F238E27FC236}">
                <a16:creationId xmlns:a16="http://schemas.microsoft.com/office/drawing/2014/main" id="{6D925D52-AB51-E7CB-8FD5-01441A2C0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357" name="Oval 5">
            <a:extLst>
              <a:ext uri="{FF2B5EF4-FFF2-40B4-BE49-F238E27FC236}">
                <a16:creationId xmlns:a16="http://schemas.microsoft.com/office/drawing/2014/main" id="{3078CF50-2011-ED23-0ED3-49FB181C6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358" name="Oval 6">
            <a:extLst>
              <a:ext uri="{FF2B5EF4-FFF2-40B4-BE49-F238E27FC236}">
                <a16:creationId xmlns:a16="http://schemas.microsoft.com/office/drawing/2014/main" id="{E269FC87-B688-16B6-A814-342DC36F6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359" name="Oval 7">
            <a:extLst>
              <a:ext uri="{FF2B5EF4-FFF2-40B4-BE49-F238E27FC236}">
                <a16:creationId xmlns:a16="http://schemas.microsoft.com/office/drawing/2014/main" id="{9B67850F-9BA8-2AA3-3E57-B36187D5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360" name="Line 8">
            <a:extLst>
              <a:ext uri="{FF2B5EF4-FFF2-40B4-BE49-F238E27FC236}">
                <a16:creationId xmlns:a16="http://schemas.microsoft.com/office/drawing/2014/main" id="{834C4249-9AC8-0A9E-39F6-C6559A9AEF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1" name="Line 9">
            <a:extLst>
              <a:ext uri="{FF2B5EF4-FFF2-40B4-BE49-F238E27FC236}">
                <a16:creationId xmlns:a16="http://schemas.microsoft.com/office/drawing/2014/main" id="{4CD69801-B4DC-385D-5688-8248DE8BC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2" name="Line 10">
            <a:extLst>
              <a:ext uri="{FF2B5EF4-FFF2-40B4-BE49-F238E27FC236}">
                <a16:creationId xmlns:a16="http://schemas.microsoft.com/office/drawing/2014/main" id="{AE86AF99-E1EB-47D9-803D-7D7A2F770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3" name="Line 11">
            <a:extLst>
              <a:ext uri="{FF2B5EF4-FFF2-40B4-BE49-F238E27FC236}">
                <a16:creationId xmlns:a16="http://schemas.microsoft.com/office/drawing/2014/main" id="{3AB976E0-476E-DBA7-85DD-BC540508F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4" name="Line 12">
            <a:extLst>
              <a:ext uri="{FF2B5EF4-FFF2-40B4-BE49-F238E27FC236}">
                <a16:creationId xmlns:a16="http://schemas.microsoft.com/office/drawing/2014/main" id="{13B94A62-D5AF-B602-585E-685EA9DE2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5" name="Line 13">
            <a:extLst>
              <a:ext uri="{FF2B5EF4-FFF2-40B4-BE49-F238E27FC236}">
                <a16:creationId xmlns:a16="http://schemas.microsoft.com/office/drawing/2014/main" id="{47270B5F-3FFC-C742-02BE-DB7AE251B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6" name="Line 14">
            <a:extLst>
              <a:ext uri="{FF2B5EF4-FFF2-40B4-BE49-F238E27FC236}">
                <a16:creationId xmlns:a16="http://schemas.microsoft.com/office/drawing/2014/main" id="{8894E8CA-85A9-41C8-FB42-A27598C23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67" name="Text Box 15">
            <a:extLst>
              <a:ext uri="{FF2B5EF4-FFF2-40B4-BE49-F238E27FC236}">
                <a16:creationId xmlns:a16="http://schemas.microsoft.com/office/drawing/2014/main" id="{7ECF921F-9E4B-4B99-6C31-6DDE8FB05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0368" name="Text Box 16">
            <a:extLst>
              <a:ext uri="{FF2B5EF4-FFF2-40B4-BE49-F238E27FC236}">
                <a16:creationId xmlns:a16="http://schemas.microsoft.com/office/drawing/2014/main" id="{B78E56B8-9430-0BB2-3360-6716CD4E3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0369" name="Text Box 17">
            <a:extLst>
              <a:ext uri="{FF2B5EF4-FFF2-40B4-BE49-F238E27FC236}">
                <a16:creationId xmlns:a16="http://schemas.microsoft.com/office/drawing/2014/main" id="{ACF4E599-2A67-DFF8-DBF2-1AC2E1666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0370" name="Text Box 18">
            <a:extLst>
              <a:ext uri="{FF2B5EF4-FFF2-40B4-BE49-F238E27FC236}">
                <a16:creationId xmlns:a16="http://schemas.microsoft.com/office/drawing/2014/main" id="{A03FE2C1-FC4F-3B0A-E37A-3AF9515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0371" name="Text Box 19">
            <a:extLst>
              <a:ext uri="{FF2B5EF4-FFF2-40B4-BE49-F238E27FC236}">
                <a16:creationId xmlns:a16="http://schemas.microsoft.com/office/drawing/2014/main" id="{61342600-EB76-8A61-BEEF-9FC601732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866108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7EB9B40-0C4D-CB1C-D8E3-25C217FF5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1379" name="Oval 3">
            <a:extLst>
              <a:ext uri="{FF2B5EF4-FFF2-40B4-BE49-F238E27FC236}">
                <a16:creationId xmlns:a16="http://schemas.microsoft.com/office/drawing/2014/main" id="{B6827A06-1065-AA1F-0BEB-85C805B8A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380" name="Oval 4">
            <a:extLst>
              <a:ext uri="{FF2B5EF4-FFF2-40B4-BE49-F238E27FC236}">
                <a16:creationId xmlns:a16="http://schemas.microsoft.com/office/drawing/2014/main" id="{FCCF8F87-B564-5969-CF59-C74A8BB51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381" name="Oval 5">
            <a:extLst>
              <a:ext uri="{FF2B5EF4-FFF2-40B4-BE49-F238E27FC236}">
                <a16:creationId xmlns:a16="http://schemas.microsoft.com/office/drawing/2014/main" id="{4CAC9538-A4B2-D76B-0EAC-907A0F1DF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382" name="Oval 6">
            <a:extLst>
              <a:ext uri="{FF2B5EF4-FFF2-40B4-BE49-F238E27FC236}">
                <a16:creationId xmlns:a16="http://schemas.microsoft.com/office/drawing/2014/main" id="{CBF79ECC-2FAF-52C8-0D59-BBC520E9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383" name="Oval 7">
            <a:extLst>
              <a:ext uri="{FF2B5EF4-FFF2-40B4-BE49-F238E27FC236}">
                <a16:creationId xmlns:a16="http://schemas.microsoft.com/office/drawing/2014/main" id="{F3FF2267-3FC5-03D4-E8EF-60DFA62EB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384" name="Line 8">
            <a:extLst>
              <a:ext uri="{FF2B5EF4-FFF2-40B4-BE49-F238E27FC236}">
                <a16:creationId xmlns:a16="http://schemas.microsoft.com/office/drawing/2014/main" id="{4587CB0B-13BD-BE7F-37AC-52FA0A835E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5" name="Line 9">
            <a:extLst>
              <a:ext uri="{FF2B5EF4-FFF2-40B4-BE49-F238E27FC236}">
                <a16:creationId xmlns:a16="http://schemas.microsoft.com/office/drawing/2014/main" id="{9E5D2499-D343-4966-E5F2-0B7A3315F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6" name="Line 10">
            <a:extLst>
              <a:ext uri="{FF2B5EF4-FFF2-40B4-BE49-F238E27FC236}">
                <a16:creationId xmlns:a16="http://schemas.microsoft.com/office/drawing/2014/main" id="{3E50EE69-B644-B179-F12B-8C05DE9F1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7" name="Line 11">
            <a:extLst>
              <a:ext uri="{FF2B5EF4-FFF2-40B4-BE49-F238E27FC236}">
                <a16:creationId xmlns:a16="http://schemas.microsoft.com/office/drawing/2014/main" id="{A30CC5BF-01D8-287F-00C4-2984B88BE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8" name="Line 12">
            <a:extLst>
              <a:ext uri="{FF2B5EF4-FFF2-40B4-BE49-F238E27FC236}">
                <a16:creationId xmlns:a16="http://schemas.microsoft.com/office/drawing/2014/main" id="{34E2843A-8A69-04E8-BED4-5F8018E7E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9" name="Line 13">
            <a:extLst>
              <a:ext uri="{FF2B5EF4-FFF2-40B4-BE49-F238E27FC236}">
                <a16:creationId xmlns:a16="http://schemas.microsoft.com/office/drawing/2014/main" id="{EF28563B-DFCD-6214-EFEE-8680438C7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0" name="Line 14">
            <a:extLst>
              <a:ext uri="{FF2B5EF4-FFF2-40B4-BE49-F238E27FC236}">
                <a16:creationId xmlns:a16="http://schemas.microsoft.com/office/drawing/2014/main" id="{2C70AC2C-E6A6-A917-3C36-B22F9DAAA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91" name="Text Box 15">
            <a:extLst>
              <a:ext uri="{FF2B5EF4-FFF2-40B4-BE49-F238E27FC236}">
                <a16:creationId xmlns:a16="http://schemas.microsoft.com/office/drawing/2014/main" id="{87256410-4477-C8DF-59C1-0E1C0B8D0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1392" name="Text Box 16">
            <a:extLst>
              <a:ext uri="{FF2B5EF4-FFF2-40B4-BE49-F238E27FC236}">
                <a16:creationId xmlns:a16="http://schemas.microsoft.com/office/drawing/2014/main" id="{16B3664D-47DF-480C-AC73-D8D74D7CB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1393" name="Text Box 17">
            <a:extLst>
              <a:ext uri="{FF2B5EF4-FFF2-40B4-BE49-F238E27FC236}">
                <a16:creationId xmlns:a16="http://schemas.microsoft.com/office/drawing/2014/main" id="{8EBCB1A6-2946-43CB-43A6-84E56CAC7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1394" name="Text Box 18">
            <a:extLst>
              <a:ext uri="{FF2B5EF4-FFF2-40B4-BE49-F238E27FC236}">
                <a16:creationId xmlns:a16="http://schemas.microsoft.com/office/drawing/2014/main" id="{D0679D80-A4D9-F4C5-6A8D-18B9C45D2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1395" name="Text Box 19">
            <a:extLst>
              <a:ext uri="{FF2B5EF4-FFF2-40B4-BE49-F238E27FC236}">
                <a16:creationId xmlns:a16="http://schemas.microsoft.com/office/drawing/2014/main" id="{E7D4B5E3-9BE4-1943-159B-250B9D5EC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58742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78A98C2-C00B-10D2-A768-1ABEA4C0F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2403" name="Oval 3">
            <a:extLst>
              <a:ext uri="{FF2B5EF4-FFF2-40B4-BE49-F238E27FC236}">
                <a16:creationId xmlns:a16="http://schemas.microsoft.com/office/drawing/2014/main" id="{F23BD76C-07EB-A4D7-846D-5753DD184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4" name="Oval 4">
            <a:extLst>
              <a:ext uri="{FF2B5EF4-FFF2-40B4-BE49-F238E27FC236}">
                <a16:creationId xmlns:a16="http://schemas.microsoft.com/office/drawing/2014/main" id="{B7149065-91AB-30A2-7443-38E94D63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5" name="Oval 5">
            <a:extLst>
              <a:ext uri="{FF2B5EF4-FFF2-40B4-BE49-F238E27FC236}">
                <a16:creationId xmlns:a16="http://schemas.microsoft.com/office/drawing/2014/main" id="{4E8E1B32-E22C-8544-4AE8-7046976C6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6" name="Oval 6">
            <a:extLst>
              <a:ext uri="{FF2B5EF4-FFF2-40B4-BE49-F238E27FC236}">
                <a16:creationId xmlns:a16="http://schemas.microsoft.com/office/drawing/2014/main" id="{67B1D94C-12DB-64A5-5CC9-286682566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7" name="Oval 7">
            <a:extLst>
              <a:ext uri="{FF2B5EF4-FFF2-40B4-BE49-F238E27FC236}">
                <a16:creationId xmlns:a16="http://schemas.microsoft.com/office/drawing/2014/main" id="{C5DE40EC-B0C5-41DC-E49A-64FC4DE23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08" name="Line 8">
            <a:extLst>
              <a:ext uri="{FF2B5EF4-FFF2-40B4-BE49-F238E27FC236}">
                <a16:creationId xmlns:a16="http://schemas.microsoft.com/office/drawing/2014/main" id="{9D571F8D-705A-160A-02F7-24BB11EDDC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9" name="Line 9">
            <a:extLst>
              <a:ext uri="{FF2B5EF4-FFF2-40B4-BE49-F238E27FC236}">
                <a16:creationId xmlns:a16="http://schemas.microsoft.com/office/drawing/2014/main" id="{CFB77D3D-1207-CF74-E283-88429A8F8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0" name="Line 10">
            <a:extLst>
              <a:ext uri="{FF2B5EF4-FFF2-40B4-BE49-F238E27FC236}">
                <a16:creationId xmlns:a16="http://schemas.microsoft.com/office/drawing/2014/main" id="{F41F385E-7C46-182F-B14D-1E46548CC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1" name="Line 11">
            <a:extLst>
              <a:ext uri="{FF2B5EF4-FFF2-40B4-BE49-F238E27FC236}">
                <a16:creationId xmlns:a16="http://schemas.microsoft.com/office/drawing/2014/main" id="{1DCCC084-75CA-6A3D-3536-0BDFE45A4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2" name="Line 12">
            <a:extLst>
              <a:ext uri="{FF2B5EF4-FFF2-40B4-BE49-F238E27FC236}">
                <a16:creationId xmlns:a16="http://schemas.microsoft.com/office/drawing/2014/main" id="{FBE7E7E0-D5BB-7481-060E-F3E28CB42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3" name="Line 13">
            <a:extLst>
              <a:ext uri="{FF2B5EF4-FFF2-40B4-BE49-F238E27FC236}">
                <a16:creationId xmlns:a16="http://schemas.microsoft.com/office/drawing/2014/main" id="{6978EC89-D0B4-BA34-AE32-AD49B6A45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4" name="Line 14">
            <a:extLst>
              <a:ext uri="{FF2B5EF4-FFF2-40B4-BE49-F238E27FC236}">
                <a16:creationId xmlns:a16="http://schemas.microsoft.com/office/drawing/2014/main" id="{5766A094-54BA-02C0-06BB-3AD9CD054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5C0CD429-7B49-D688-4630-3D0581AA5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F7BBBDBF-930B-3C1A-35BD-FED8C6FDF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CB981F4E-462C-28BC-628F-58601FB1E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8" name="Text Box 18">
            <a:extLst>
              <a:ext uri="{FF2B5EF4-FFF2-40B4-BE49-F238E27FC236}">
                <a16:creationId xmlns:a16="http://schemas.microsoft.com/office/drawing/2014/main" id="{CED80238-4454-9000-9BDB-F8934A942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2419" name="Text Box 19">
            <a:extLst>
              <a:ext uri="{FF2B5EF4-FFF2-40B4-BE49-F238E27FC236}">
                <a16:creationId xmlns:a16="http://schemas.microsoft.com/office/drawing/2014/main" id="{3361F080-BC60-83D6-2633-71D355ADC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27389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A5EBDDD2-C070-B251-D875-78E25091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3427" name="Oval 3">
            <a:extLst>
              <a:ext uri="{FF2B5EF4-FFF2-40B4-BE49-F238E27FC236}">
                <a16:creationId xmlns:a16="http://schemas.microsoft.com/office/drawing/2014/main" id="{ADE54E69-4559-D7B7-7A82-C970CD25B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28" name="Oval 4">
            <a:extLst>
              <a:ext uri="{FF2B5EF4-FFF2-40B4-BE49-F238E27FC236}">
                <a16:creationId xmlns:a16="http://schemas.microsoft.com/office/drawing/2014/main" id="{F60F4266-4D99-8F38-7674-24C1716A9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29" name="Oval 5">
            <a:extLst>
              <a:ext uri="{FF2B5EF4-FFF2-40B4-BE49-F238E27FC236}">
                <a16:creationId xmlns:a16="http://schemas.microsoft.com/office/drawing/2014/main" id="{50F80E65-F8ED-3033-5A46-6898F1F8B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30" name="Oval 6">
            <a:extLst>
              <a:ext uri="{FF2B5EF4-FFF2-40B4-BE49-F238E27FC236}">
                <a16:creationId xmlns:a16="http://schemas.microsoft.com/office/drawing/2014/main" id="{1E628749-C005-7304-EADB-513FE63DD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31" name="Oval 7">
            <a:extLst>
              <a:ext uri="{FF2B5EF4-FFF2-40B4-BE49-F238E27FC236}">
                <a16:creationId xmlns:a16="http://schemas.microsoft.com/office/drawing/2014/main" id="{0E254246-EB6A-5B96-9ECC-6CB0E0A07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432" name="Line 8">
            <a:extLst>
              <a:ext uri="{FF2B5EF4-FFF2-40B4-BE49-F238E27FC236}">
                <a16:creationId xmlns:a16="http://schemas.microsoft.com/office/drawing/2014/main" id="{12E3CD49-2147-C9A8-5BA0-7FB06EF3E9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>
            <a:extLst>
              <a:ext uri="{FF2B5EF4-FFF2-40B4-BE49-F238E27FC236}">
                <a16:creationId xmlns:a16="http://schemas.microsoft.com/office/drawing/2014/main" id="{2A65935D-FD33-830E-92D0-517E46080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4" name="Line 10">
            <a:extLst>
              <a:ext uri="{FF2B5EF4-FFF2-40B4-BE49-F238E27FC236}">
                <a16:creationId xmlns:a16="http://schemas.microsoft.com/office/drawing/2014/main" id="{4DAF5BAD-0999-4E0B-1C42-4B9E99FF0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5" name="Line 11">
            <a:extLst>
              <a:ext uri="{FF2B5EF4-FFF2-40B4-BE49-F238E27FC236}">
                <a16:creationId xmlns:a16="http://schemas.microsoft.com/office/drawing/2014/main" id="{76A29F5D-96A6-055A-89F6-5A5D77E38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6" name="Line 12">
            <a:extLst>
              <a:ext uri="{FF2B5EF4-FFF2-40B4-BE49-F238E27FC236}">
                <a16:creationId xmlns:a16="http://schemas.microsoft.com/office/drawing/2014/main" id="{0F77DEC0-142E-E492-4339-7759F1DB4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7" name="Line 13">
            <a:extLst>
              <a:ext uri="{FF2B5EF4-FFF2-40B4-BE49-F238E27FC236}">
                <a16:creationId xmlns:a16="http://schemas.microsoft.com/office/drawing/2014/main" id="{6E880FBB-43D0-7014-DEE3-D74141189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8" name="Line 14">
            <a:extLst>
              <a:ext uri="{FF2B5EF4-FFF2-40B4-BE49-F238E27FC236}">
                <a16:creationId xmlns:a16="http://schemas.microsoft.com/office/drawing/2014/main" id="{93711A4A-54B4-5F08-2651-6A2675729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9" name="Text Box 15">
            <a:extLst>
              <a:ext uri="{FF2B5EF4-FFF2-40B4-BE49-F238E27FC236}">
                <a16:creationId xmlns:a16="http://schemas.microsoft.com/office/drawing/2014/main" id="{6E946D55-3507-469C-600B-F7CF1F07F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0" name="Text Box 16">
            <a:extLst>
              <a:ext uri="{FF2B5EF4-FFF2-40B4-BE49-F238E27FC236}">
                <a16:creationId xmlns:a16="http://schemas.microsoft.com/office/drawing/2014/main" id="{8DE19A81-E39D-AD68-891F-05EC99DED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1" name="Text Box 17">
            <a:extLst>
              <a:ext uri="{FF2B5EF4-FFF2-40B4-BE49-F238E27FC236}">
                <a16:creationId xmlns:a16="http://schemas.microsoft.com/office/drawing/2014/main" id="{B931A727-F332-97BB-680E-21D1AC1C6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3442" name="Text Box 18">
            <a:extLst>
              <a:ext uri="{FF2B5EF4-FFF2-40B4-BE49-F238E27FC236}">
                <a16:creationId xmlns:a16="http://schemas.microsoft.com/office/drawing/2014/main" id="{52C84A3B-E8EE-0F2E-1089-59E9F607F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855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103443" name="Text Box 19">
            <a:extLst>
              <a:ext uri="{FF2B5EF4-FFF2-40B4-BE49-F238E27FC236}">
                <a16:creationId xmlns:a16="http://schemas.microsoft.com/office/drawing/2014/main" id="{2D39E95D-9D19-1D45-4094-2F3F90608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986159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60C141DE-0CAB-1EAD-57D6-BC1DABF8C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4451" name="Oval 3">
            <a:extLst>
              <a:ext uri="{FF2B5EF4-FFF2-40B4-BE49-F238E27FC236}">
                <a16:creationId xmlns:a16="http://schemas.microsoft.com/office/drawing/2014/main" id="{643CC11D-CDE1-C5B0-5552-244F4458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452" name="Oval 4">
            <a:extLst>
              <a:ext uri="{FF2B5EF4-FFF2-40B4-BE49-F238E27FC236}">
                <a16:creationId xmlns:a16="http://schemas.microsoft.com/office/drawing/2014/main" id="{C30C5983-C69B-0BA2-63A8-0759BF7B9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453" name="Oval 5">
            <a:extLst>
              <a:ext uri="{FF2B5EF4-FFF2-40B4-BE49-F238E27FC236}">
                <a16:creationId xmlns:a16="http://schemas.microsoft.com/office/drawing/2014/main" id="{90F71C85-CBE6-8A97-5B28-62932B309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454" name="Oval 6">
            <a:extLst>
              <a:ext uri="{FF2B5EF4-FFF2-40B4-BE49-F238E27FC236}">
                <a16:creationId xmlns:a16="http://schemas.microsoft.com/office/drawing/2014/main" id="{7CD9D784-81E7-9B72-3762-BF758A270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455" name="Oval 7">
            <a:extLst>
              <a:ext uri="{FF2B5EF4-FFF2-40B4-BE49-F238E27FC236}">
                <a16:creationId xmlns:a16="http://schemas.microsoft.com/office/drawing/2014/main" id="{068CABA3-79FA-FF09-A37C-81665F083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456" name="Line 8">
            <a:extLst>
              <a:ext uri="{FF2B5EF4-FFF2-40B4-BE49-F238E27FC236}">
                <a16:creationId xmlns:a16="http://schemas.microsoft.com/office/drawing/2014/main" id="{7A7EBD68-CA33-5F67-300C-84EAE9CCD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7" name="Line 9">
            <a:extLst>
              <a:ext uri="{FF2B5EF4-FFF2-40B4-BE49-F238E27FC236}">
                <a16:creationId xmlns:a16="http://schemas.microsoft.com/office/drawing/2014/main" id="{7780DD49-7F5A-1C15-A4C9-DE90296E4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8" name="Line 10">
            <a:extLst>
              <a:ext uri="{FF2B5EF4-FFF2-40B4-BE49-F238E27FC236}">
                <a16:creationId xmlns:a16="http://schemas.microsoft.com/office/drawing/2014/main" id="{5F549B4D-452C-C927-2155-1B4F1A7B5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9" name="Line 11">
            <a:extLst>
              <a:ext uri="{FF2B5EF4-FFF2-40B4-BE49-F238E27FC236}">
                <a16:creationId xmlns:a16="http://schemas.microsoft.com/office/drawing/2014/main" id="{A901E032-A5D0-B931-E971-B2FDB3523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0" name="Line 12">
            <a:extLst>
              <a:ext uri="{FF2B5EF4-FFF2-40B4-BE49-F238E27FC236}">
                <a16:creationId xmlns:a16="http://schemas.microsoft.com/office/drawing/2014/main" id="{425C6B08-4CC9-707E-662C-D8C51630D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1" name="Line 13">
            <a:extLst>
              <a:ext uri="{FF2B5EF4-FFF2-40B4-BE49-F238E27FC236}">
                <a16:creationId xmlns:a16="http://schemas.microsoft.com/office/drawing/2014/main" id="{179AD3C3-C189-C1FD-21C3-C356D7A73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2" name="Line 14">
            <a:extLst>
              <a:ext uri="{FF2B5EF4-FFF2-40B4-BE49-F238E27FC236}">
                <a16:creationId xmlns:a16="http://schemas.microsoft.com/office/drawing/2014/main" id="{45E5EE1B-A435-FFD2-2DEC-FC8C38539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63" name="Text Box 15">
            <a:extLst>
              <a:ext uri="{FF2B5EF4-FFF2-40B4-BE49-F238E27FC236}">
                <a16:creationId xmlns:a16="http://schemas.microsoft.com/office/drawing/2014/main" id="{D5C8CC06-B874-3138-7B9B-0E99E03A2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4" name="Text Box 16">
            <a:extLst>
              <a:ext uri="{FF2B5EF4-FFF2-40B4-BE49-F238E27FC236}">
                <a16:creationId xmlns:a16="http://schemas.microsoft.com/office/drawing/2014/main" id="{D9B31693-27DF-B8AD-F0B9-D32C02980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8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5" name="Text Box 17">
            <a:extLst>
              <a:ext uri="{FF2B5EF4-FFF2-40B4-BE49-F238E27FC236}">
                <a16:creationId xmlns:a16="http://schemas.microsoft.com/office/drawing/2014/main" id="{3473CF7B-F2F7-90ED-6DC0-CDFB8AA81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6" name="Text Box 18">
            <a:extLst>
              <a:ext uri="{FF2B5EF4-FFF2-40B4-BE49-F238E27FC236}">
                <a16:creationId xmlns:a16="http://schemas.microsoft.com/office/drawing/2014/main" id="{F04058E3-D821-170E-46F1-9C26B93C4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855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104467" name="Text Box 19">
            <a:extLst>
              <a:ext uri="{FF2B5EF4-FFF2-40B4-BE49-F238E27FC236}">
                <a16:creationId xmlns:a16="http://schemas.microsoft.com/office/drawing/2014/main" id="{8580A05D-AAE2-4EB5-C38D-F3CDC1915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4468" name="Text Box 20">
            <a:extLst>
              <a:ext uri="{FF2B5EF4-FFF2-40B4-BE49-F238E27FC236}">
                <a16:creationId xmlns:a16="http://schemas.microsoft.com/office/drawing/2014/main" id="{AFB6873B-C736-7A5D-2E59-8EAC32FDF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Dead End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88150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3BDFD0E-41A2-7B19-37BC-4CA9D51ED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5475" name="Oval 3">
            <a:extLst>
              <a:ext uri="{FF2B5EF4-FFF2-40B4-BE49-F238E27FC236}">
                <a16:creationId xmlns:a16="http://schemas.microsoft.com/office/drawing/2014/main" id="{8762B48A-77CC-1EAB-7928-D84DCFBB0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476" name="Oval 4">
            <a:extLst>
              <a:ext uri="{FF2B5EF4-FFF2-40B4-BE49-F238E27FC236}">
                <a16:creationId xmlns:a16="http://schemas.microsoft.com/office/drawing/2014/main" id="{FAFD3471-DAD6-7173-F8C9-4CA89F471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477" name="Oval 5">
            <a:extLst>
              <a:ext uri="{FF2B5EF4-FFF2-40B4-BE49-F238E27FC236}">
                <a16:creationId xmlns:a16="http://schemas.microsoft.com/office/drawing/2014/main" id="{2022366D-E4D2-13AD-B671-940BBCD32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478" name="Oval 6">
            <a:extLst>
              <a:ext uri="{FF2B5EF4-FFF2-40B4-BE49-F238E27FC236}">
                <a16:creationId xmlns:a16="http://schemas.microsoft.com/office/drawing/2014/main" id="{FC9CFD13-7CD4-EF80-33C2-A3D99A1F7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479" name="Oval 7">
            <a:extLst>
              <a:ext uri="{FF2B5EF4-FFF2-40B4-BE49-F238E27FC236}">
                <a16:creationId xmlns:a16="http://schemas.microsoft.com/office/drawing/2014/main" id="{5568B9AF-EFD5-374B-6AE5-F691289EF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480" name="Line 8">
            <a:extLst>
              <a:ext uri="{FF2B5EF4-FFF2-40B4-BE49-F238E27FC236}">
                <a16:creationId xmlns:a16="http://schemas.microsoft.com/office/drawing/2014/main" id="{FCA84016-D4DD-5B69-8CB1-6CBBD97405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1" name="Line 9">
            <a:extLst>
              <a:ext uri="{FF2B5EF4-FFF2-40B4-BE49-F238E27FC236}">
                <a16:creationId xmlns:a16="http://schemas.microsoft.com/office/drawing/2014/main" id="{6D473C54-DEFF-286C-6602-35FD45F63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2" name="Line 10">
            <a:extLst>
              <a:ext uri="{FF2B5EF4-FFF2-40B4-BE49-F238E27FC236}">
                <a16:creationId xmlns:a16="http://schemas.microsoft.com/office/drawing/2014/main" id="{174F2132-AFE9-BF95-492C-FD4F509D8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3" name="Line 11">
            <a:extLst>
              <a:ext uri="{FF2B5EF4-FFF2-40B4-BE49-F238E27FC236}">
                <a16:creationId xmlns:a16="http://schemas.microsoft.com/office/drawing/2014/main" id="{9C163CFE-4A8E-9FC6-F5C8-38328FC72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4" name="Line 12">
            <a:extLst>
              <a:ext uri="{FF2B5EF4-FFF2-40B4-BE49-F238E27FC236}">
                <a16:creationId xmlns:a16="http://schemas.microsoft.com/office/drawing/2014/main" id="{0DC0DF0B-1FF8-256F-91F7-86AC39B51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5" name="Line 13">
            <a:extLst>
              <a:ext uri="{FF2B5EF4-FFF2-40B4-BE49-F238E27FC236}">
                <a16:creationId xmlns:a16="http://schemas.microsoft.com/office/drawing/2014/main" id="{1C56DD81-73D8-7705-A9C5-0FEA21F1D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6" name="Line 14">
            <a:extLst>
              <a:ext uri="{FF2B5EF4-FFF2-40B4-BE49-F238E27FC236}">
                <a16:creationId xmlns:a16="http://schemas.microsoft.com/office/drawing/2014/main" id="{0071041C-1F30-C454-B7AD-F1475400C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87" name="Text Box 15">
            <a:extLst>
              <a:ext uri="{FF2B5EF4-FFF2-40B4-BE49-F238E27FC236}">
                <a16:creationId xmlns:a16="http://schemas.microsoft.com/office/drawing/2014/main" id="{EFCFA948-D9DB-83C7-6EA0-B81C1626F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88" name="Text Box 16">
            <a:extLst>
              <a:ext uri="{FF2B5EF4-FFF2-40B4-BE49-F238E27FC236}">
                <a16:creationId xmlns:a16="http://schemas.microsoft.com/office/drawing/2014/main" id="{1ADF83D3-BF35-4D7C-969A-AF9EF7A4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89" name="Text Box 17">
            <a:extLst>
              <a:ext uri="{FF2B5EF4-FFF2-40B4-BE49-F238E27FC236}">
                <a16:creationId xmlns:a16="http://schemas.microsoft.com/office/drawing/2014/main" id="{BA65C464-1833-1472-A479-D9A725CBE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90" name="Text Box 18">
            <a:extLst>
              <a:ext uri="{FF2B5EF4-FFF2-40B4-BE49-F238E27FC236}">
                <a16:creationId xmlns:a16="http://schemas.microsoft.com/office/drawing/2014/main" id="{3A98394D-0A2C-E379-5C23-39511EA8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5491" name="Text Box 19">
            <a:extLst>
              <a:ext uri="{FF2B5EF4-FFF2-40B4-BE49-F238E27FC236}">
                <a16:creationId xmlns:a16="http://schemas.microsoft.com/office/drawing/2014/main" id="{31267926-444C-E08A-2623-51312CA55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8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06001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E03A59A-F2E8-DDBD-B908-E0BA90BD4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6499" name="Oval 3">
            <a:extLst>
              <a:ext uri="{FF2B5EF4-FFF2-40B4-BE49-F238E27FC236}">
                <a16:creationId xmlns:a16="http://schemas.microsoft.com/office/drawing/2014/main" id="{E09E4339-106C-8ADD-9341-8684E6B4E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500" name="Oval 4">
            <a:extLst>
              <a:ext uri="{FF2B5EF4-FFF2-40B4-BE49-F238E27FC236}">
                <a16:creationId xmlns:a16="http://schemas.microsoft.com/office/drawing/2014/main" id="{FE28419A-25FC-BAA0-A47B-68441A7B0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501" name="Oval 5">
            <a:extLst>
              <a:ext uri="{FF2B5EF4-FFF2-40B4-BE49-F238E27FC236}">
                <a16:creationId xmlns:a16="http://schemas.microsoft.com/office/drawing/2014/main" id="{F0C05A37-AB5C-8E34-AF0D-40ADFDDBB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502" name="Oval 6">
            <a:extLst>
              <a:ext uri="{FF2B5EF4-FFF2-40B4-BE49-F238E27FC236}">
                <a16:creationId xmlns:a16="http://schemas.microsoft.com/office/drawing/2014/main" id="{1936AFCA-F4FC-C54D-E0FA-BDCB9C34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503" name="Oval 7">
            <a:extLst>
              <a:ext uri="{FF2B5EF4-FFF2-40B4-BE49-F238E27FC236}">
                <a16:creationId xmlns:a16="http://schemas.microsoft.com/office/drawing/2014/main" id="{C197DB24-A5E2-89C6-1F60-9761F20E9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504" name="Line 8">
            <a:extLst>
              <a:ext uri="{FF2B5EF4-FFF2-40B4-BE49-F238E27FC236}">
                <a16:creationId xmlns:a16="http://schemas.microsoft.com/office/drawing/2014/main" id="{85ECE091-CC03-F8D9-A161-527A2C58C5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Line 9">
            <a:extLst>
              <a:ext uri="{FF2B5EF4-FFF2-40B4-BE49-F238E27FC236}">
                <a16:creationId xmlns:a16="http://schemas.microsoft.com/office/drawing/2014/main" id="{976CC218-2339-A386-037B-0419CF435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Line 10">
            <a:extLst>
              <a:ext uri="{FF2B5EF4-FFF2-40B4-BE49-F238E27FC236}">
                <a16:creationId xmlns:a16="http://schemas.microsoft.com/office/drawing/2014/main" id="{076381EF-F42B-8C73-F690-4FB293E94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7" name="Line 11">
            <a:extLst>
              <a:ext uri="{FF2B5EF4-FFF2-40B4-BE49-F238E27FC236}">
                <a16:creationId xmlns:a16="http://schemas.microsoft.com/office/drawing/2014/main" id="{4BA76BE4-38F6-BB51-A6D1-A2436987F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8" name="Line 12">
            <a:extLst>
              <a:ext uri="{FF2B5EF4-FFF2-40B4-BE49-F238E27FC236}">
                <a16:creationId xmlns:a16="http://schemas.microsoft.com/office/drawing/2014/main" id="{8C337EEF-A154-3D69-F3A3-CB239EF09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9" name="Line 13">
            <a:extLst>
              <a:ext uri="{FF2B5EF4-FFF2-40B4-BE49-F238E27FC236}">
                <a16:creationId xmlns:a16="http://schemas.microsoft.com/office/drawing/2014/main" id="{F36CB636-843B-A04C-199C-957ABDAF3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0" name="Line 14">
            <a:extLst>
              <a:ext uri="{FF2B5EF4-FFF2-40B4-BE49-F238E27FC236}">
                <a16:creationId xmlns:a16="http://schemas.microsoft.com/office/drawing/2014/main" id="{2376D378-E3EE-EC21-E474-DD9781B85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1" name="Text Box 15">
            <a:extLst>
              <a:ext uri="{FF2B5EF4-FFF2-40B4-BE49-F238E27FC236}">
                <a16:creationId xmlns:a16="http://schemas.microsoft.com/office/drawing/2014/main" id="{D9136663-A6F9-6CC0-F331-9972BEAAC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2" name="Text Box 16">
            <a:extLst>
              <a:ext uri="{FF2B5EF4-FFF2-40B4-BE49-F238E27FC236}">
                <a16:creationId xmlns:a16="http://schemas.microsoft.com/office/drawing/2014/main" id="{12007721-E28F-3403-EFF4-D60FCA7DF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3" name="Text Box 17">
            <a:extLst>
              <a:ext uri="{FF2B5EF4-FFF2-40B4-BE49-F238E27FC236}">
                <a16:creationId xmlns:a16="http://schemas.microsoft.com/office/drawing/2014/main" id="{462052C6-5CB8-8A88-5999-F6ED11B05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4" name="Text Box 18">
            <a:extLst>
              <a:ext uri="{FF2B5EF4-FFF2-40B4-BE49-F238E27FC236}">
                <a16:creationId xmlns:a16="http://schemas.microsoft.com/office/drawing/2014/main" id="{9A91BDBA-92E6-E4E1-52C1-520A61FE2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6515" name="Text Box 19">
            <a:extLst>
              <a:ext uri="{FF2B5EF4-FFF2-40B4-BE49-F238E27FC236}">
                <a16:creationId xmlns:a16="http://schemas.microsoft.com/office/drawing/2014/main" id="{2542BE05-28D1-0B6F-96D3-8C968979C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]</a:t>
            </a:r>
          </a:p>
        </p:txBody>
      </p:sp>
    </p:spTree>
    <p:extLst>
      <p:ext uri="{BB962C8B-B14F-4D97-AF65-F5344CB8AC3E}">
        <p14:creationId xmlns:p14="http://schemas.microsoft.com/office/powerpoint/2010/main" val="3644030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71D2E6BF-D9B5-E36B-6E6F-CA196846C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7523" name="Oval 3">
            <a:extLst>
              <a:ext uri="{FF2B5EF4-FFF2-40B4-BE49-F238E27FC236}">
                <a16:creationId xmlns:a16="http://schemas.microsoft.com/office/drawing/2014/main" id="{ED819B61-799A-32A7-6DAF-E5F457F3E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524" name="Oval 4">
            <a:extLst>
              <a:ext uri="{FF2B5EF4-FFF2-40B4-BE49-F238E27FC236}">
                <a16:creationId xmlns:a16="http://schemas.microsoft.com/office/drawing/2014/main" id="{786A84F2-77F2-9A5E-60DC-6D85B8796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525" name="Oval 5">
            <a:extLst>
              <a:ext uri="{FF2B5EF4-FFF2-40B4-BE49-F238E27FC236}">
                <a16:creationId xmlns:a16="http://schemas.microsoft.com/office/drawing/2014/main" id="{2009E5E8-E2D6-1583-4DA7-65E9E311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526" name="Oval 6">
            <a:extLst>
              <a:ext uri="{FF2B5EF4-FFF2-40B4-BE49-F238E27FC236}">
                <a16:creationId xmlns:a16="http://schemas.microsoft.com/office/drawing/2014/main" id="{2E8F9A4E-E554-DEBC-6DB8-A0475BA39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527" name="Oval 7">
            <a:extLst>
              <a:ext uri="{FF2B5EF4-FFF2-40B4-BE49-F238E27FC236}">
                <a16:creationId xmlns:a16="http://schemas.microsoft.com/office/drawing/2014/main" id="{FC61C735-F838-23D2-88BA-46C765303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528" name="Line 8">
            <a:extLst>
              <a:ext uri="{FF2B5EF4-FFF2-40B4-BE49-F238E27FC236}">
                <a16:creationId xmlns:a16="http://schemas.microsoft.com/office/drawing/2014/main" id="{B670F57F-7112-A82B-666E-64013B3A3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29" name="Line 9">
            <a:extLst>
              <a:ext uri="{FF2B5EF4-FFF2-40B4-BE49-F238E27FC236}">
                <a16:creationId xmlns:a16="http://schemas.microsoft.com/office/drawing/2014/main" id="{6C943097-9409-E29B-2C7B-5D500F596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0" name="Line 10">
            <a:extLst>
              <a:ext uri="{FF2B5EF4-FFF2-40B4-BE49-F238E27FC236}">
                <a16:creationId xmlns:a16="http://schemas.microsoft.com/office/drawing/2014/main" id="{7F47BC93-8641-BCA1-0CA1-1B29F9256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1" name="Line 11">
            <a:extLst>
              <a:ext uri="{FF2B5EF4-FFF2-40B4-BE49-F238E27FC236}">
                <a16:creationId xmlns:a16="http://schemas.microsoft.com/office/drawing/2014/main" id="{7BD3B830-7141-7350-02FF-38FB193BAE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2" name="Line 12">
            <a:extLst>
              <a:ext uri="{FF2B5EF4-FFF2-40B4-BE49-F238E27FC236}">
                <a16:creationId xmlns:a16="http://schemas.microsoft.com/office/drawing/2014/main" id="{D49ED225-A180-8FAE-3ACD-7C71EC049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3" name="Line 13">
            <a:extLst>
              <a:ext uri="{FF2B5EF4-FFF2-40B4-BE49-F238E27FC236}">
                <a16:creationId xmlns:a16="http://schemas.microsoft.com/office/drawing/2014/main" id="{DB440124-FB3B-EFEE-11ED-2E82DB68B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4" name="Line 14">
            <a:extLst>
              <a:ext uri="{FF2B5EF4-FFF2-40B4-BE49-F238E27FC236}">
                <a16:creationId xmlns:a16="http://schemas.microsoft.com/office/drawing/2014/main" id="{B62E120F-D3B0-C8C8-0CD7-EC72A367A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5" name="Text Box 15">
            <a:extLst>
              <a:ext uri="{FF2B5EF4-FFF2-40B4-BE49-F238E27FC236}">
                <a16:creationId xmlns:a16="http://schemas.microsoft.com/office/drawing/2014/main" id="{42508222-9306-A44C-8733-9C2994606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6" name="Text Box 16">
            <a:extLst>
              <a:ext uri="{FF2B5EF4-FFF2-40B4-BE49-F238E27FC236}">
                <a16:creationId xmlns:a16="http://schemas.microsoft.com/office/drawing/2014/main" id="{81F174E6-BC18-837D-DB68-6E2C923FC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7" name="Text Box 17">
            <a:extLst>
              <a:ext uri="{FF2B5EF4-FFF2-40B4-BE49-F238E27FC236}">
                <a16:creationId xmlns:a16="http://schemas.microsoft.com/office/drawing/2014/main" id="{26C97CC1-7777-1D72-49E0-95A9C68F6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8" name="Text Box 18">
            <a:extLst>
              <a:ext uri="{FF2B5EF4-FFF2-40B4-BE49-F238E27FC236}">
                <a16:creationId xmlns:a16="http://schemas.microsoft.com/office/drawing/2014/main" id="{3189E90F-B909-39E8-BF88-10CE010D9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7539" name="Text Box 19">
            <a:extLst>
              <a:ext uri="{FF2B5EF4-FFF2-40B4-BE49-F238E27FC236}">
                <a16:creationId xmlns:a16="http://schemas.microsoft.com/office/drawing/2014/main" id="{521B6888-FBC0-92F3-4A40-51DBF6720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]</a:t>
            </a:r>
          </a:p>
        </p:txBody>
      </p:sp>
    </p:spTree>
    <p:extLst>
      <p:ext uri="{BB962C8B-B14F-4D97-AF65-F5344CB8AC3E}">
        <p14:creationId xmlns:p14="http://schemas.microsoft.com/office/powerpoint/2010/main" val="40018329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2931FDC-A5FB-8598-F457-33997B18C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Checking</a:t>
            </a:r>
          </a:p>
        </p:txBody>
      </p:sp>
      <p:sp>
        <p:nvSpPr>
          <p:cNvPr id="108547" name="Oval 3">
            <a:extLst>
              <a:ext uri="{FF2B5EF4-FFF2-40B4-BE49-F238E27FC236}">
                <a16:creationId xmlns:a16="http://schemas.microsoft.com/office/drawing/2014/main" id="{66C059E8-C902-2AC2-727C-5317DDBB1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548" name="Oval 4">
            <a:extLst>
              <a:ext uri="{FF2B5EF4-FFF2-40B4-BE49-F238E27FC236}">
                <a16:creationId xmlns:a16="http://schemas.microsoft.com/office/drawing/2014/main" id="{FEC7EEAB-B3FC-8AD9-C76B-B8FCEFF9F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549" name="Oval 5">
            <a:extLst>
              <a:ext uri="{FF2B5EF4-FFF2-40B4-BE49-F238E27FC236}">
                <a16:creationId xmlns:a16="http://schemas.microsoft.com/office/drawing/2014/main" id="{F35D1E3A-C362-3E59-5069-503402AFC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550" name="Oval 6">
            <a:extLst>
              <a:ext uri="{FF2B5EF4-FFF2-40B4-BE49-F238E27FC236}">
                <a16:creationId xmlns:a16="http://schemas.microsoft.com/office/drawing/2014/main" id="{434031C0-1F81-24D7-0298-1803D9386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551" name="Oval 7">
            <a:extLst>
              <a:ext uri="{FF2B5EF4-FFF2-40B4-BE49-F238E27FC236}">
                <a16:creationId xmlns:a16="http://schemas.microsoft.com/office/drawing/2014/main" id="{2D7937B7-22B9-0319-9BDE-570B157D7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552" name="Line 8">
            <a:extLst>
              <a:ext uri="{FF2B5EF4-FFF2-40B4-BE49-F238E27FC236}">
                <a16:creationId xmlns:a16="http://schemas.microsoft.com/office/drawing/2014/main" id="{79D52057-CB40-788B-6B62-00E70908CE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3" name="Line 9">
            <a:extLst>
              <a:ext uri="{FF2B5EF4-FFF2-40B4-BE49-F238E27FC236}">
                <a16:creationId xmlns:a16="http://schemas.microsoft.com/office/drawing/2014/main" id="{578E88E0-43DF-40E2-BB0C-89E4EBDFD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4" name="Line 10">
            <a:extLst>
              <a:ext uri="{FF2B5EF4-FFF2-40B4-BE49-F238E27FC236}">
                <a16:creationId xmlns:a16="http://schemas.microsoft.com/office/drawing/2014/main" id="{D44F2667-0732-DB25-1EA2-2008C4787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5" name="Line 11">
            <a:extLst>
              <a:ext uri="{FF2B5EF4-FFF2-40B4-BE49-F238E27FC236}">
                <a16:creationId xmlns:a16="http://schemas.microsoft.com/office/drawing/2014/main" id="{0BC7670D-A50F-2207-F311-76EFDC4E0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6" name="Line 12">
            <a:extLst>
              <a:ext uri="{FF2B5EF4-FFF2-40B4-BE49-F238E27FC236}">
                <a16:creationId xmlns:a16="http://schemas.microsoft.com/office/drawing/2014/main" id="{A5BA5C54-F7B3-33A7-0ED9-DF502602E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7" name="Line 13">
            <a:extLst>
              <a:ext uri="{FF2B5EF4-FFF2-40B4-BE49-F238E27FC236}">
                <a16:creationId xmlns:a16="http://schemas.microsoft.com/office/drawing/2014/main" id="{B6E37B4D-365D-B06D-06E0-9F382D632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8" name="Line 14">
            <a:extLst>
              <a:ext uri="{FF2B5EF4-FFF2-40B4-BE49-F238E27FC236}">
                <a16:creationId xmlns:a16="http://schemas.microsoft.com/office/drawing/2014/main" id="{F95B13D2-5319-1CBF-9A0B-F088B473E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9" name="Text Box 15">
            <a:extLst>
              <a:ext uri="{FF2B5EF4-FFF2-40B4-BE49-F238E27FC236}">
                <a16:creationId xmlns:a16="http://schemas.microsoft.com/office/drawing/2014/main" id="{4C19D702-B9E6-E455-5884-0FA0CE82B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5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0" name="Text Box 16">
            <a:extLst>
              <a:ext uri="{FF2B5EF4-FFF2-40B4-BE49-F238E27FC236}">
                <a16:creationId xmlns:a16="http://schemas.microsoft.com/office/drawing/2014/main" id="{E77D97A5-7296-B524-F215-BACC95E28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60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1" name="Text Box 17">
            <a:extLst>
              <a:ext uri="{FF2B5EF4-FFF2-40B4-BE49-F238E27FC236}">
                <a16:creationId xmlns:a16="http://schemas.microsoft.com/office/drawing/2014/main" id="{A9D198DA-2CC6-4AD0-6F0E-7D4FC8C77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2" name="Text Box 18">
            <a:extLst>
              <a:ext uri="{FF2B5EF4-FFF2-40B4-BE49-F238E27FC236}">
                <a16:creationId xmlns:a16="http://schemas.microsoft.com/office/drawing/2014/main" id="{8D728D99-CEB8-6074-2E66-B10F6CB19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62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08563" name="Text Box 19">
            <a:extLst>
              <a:ext uri="{FF2B5EF4-FFF2-40B4-BE49-F238E27FC236}">
                <a16:creationId xmlns:a16="http://schemas.microsoft.com/office/drawing/2014/main" id="{3F6FBB86-5C04-FF3E-ADBB-4F675DA88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8778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]</a:t>
            </a:r>
          </a:p>
        </p:txBody>
      </p:sp>
      <p:sp>
        <p:nvSpPr>
          <p:cNvPr id="108564" name="Text Box 20">
            <a:extLst>
              <a:ext uri="{FF2B5EF4-FFF2-40B4-BE49-F238E27FC236}">
                <a16:creationId xmlns:a16="http://schemas.microsoft.com/office/drawing/2014/main" id="{A0505035-06CE-F10A-CBCF-DBE20BC9E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181600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Solution !!!</a:t>
            </a: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7962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2CFF3AF-F8B2-F47E-23E1-156815AEA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1923" name="Group 3">
            <a:extLst>
              <a:ext uri="{FF2B5EF4-FFF2-40B4-BE49-F238E27FC236}">
                <a16:creationId xmlns:a16="http://schemas.microsoft.com/office/drawing/2014/main" id="{B1CF0090-BC1A-B16C-CC78-52E3EAAB451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1937" name="Group 4">
              <a:extLst>
                <a:ext uri="{FF2B5EF4-FFF2-40B4-BE49-F238E27FC236}">
                  <a16:creationId xmlns:a16="http://schemas.microsoft.com/office/drawing/2014/main" id="{0EA3F110-CBAA-A832-6BB8-3D78180D6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1946" name="Rectangle 5">
                <a:extLst>
                  <a:ext uri="{FF2B5EF4-FFF2-40B4-BE49-F238E27FC236}">
                    <a16:creationId xmlns:a16="http://schemas.microsoft.com/office/drawing/2014/main" id="{F23375FA-831C-A958-C69A-061FA4CD7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47" name="Rectangle 6">
                <a:extLst>
                  <a:ext uri="{FF2B5EF4-FFF2-40B4-BE49-F238E27FC236}">
                    <a16:creationId xmlns:a16="http://schemas.microsoft.com/office/drawing/2014/main" id="{F2ED9FF9-6B34-9BB2-4AC5-C4D63FCF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48" name="Rectangle 7">
                <a:extLst>
                  <a:ext uri="{FF2B5EF4-FFF2-40B4-BE49-F238E27FC236}">
                    <a16:creationId xmlns:a16="http://schemas.microsoft.com/office/drawing/2014/main" id="{A3E3CFD3-3E7D-84AB-A264-D9206404F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49" name="Rectangle 8">
                <a:extLst>
                  <a:ext uri="{FF2B5EF4-FFF2-40B4-BE49-F238E27FC236}">
                    <a16:creationId xmlns:a16="http://schemas.microsoft.com/office/drawing/2014/main" id="{FC86BA98-30DF-4341-E3BF-963722F1E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50" name="Rectangle 9">
                <a:extLst>
                  <a:ext uri="{FF2B5EF4-FFF2-40B4-BE49-F238E27FC236}">
                    <a16:creationId xmlns:a16="http://schemas.microsoft.com/office/drawing/2014/main" id="{AE31DDC6-92D3-50AA-94F8-1E3D5A2C4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51" name="Rectangle 10">
                <a:extLst>
                  <a:ext uri="{FF2B5EF4-FFF2-40B4-BE49-F238E27FC236}">
                    <a16:creationId xmlns:a16="http://schemas.microsoft.com/office/drawing/2014/main" id="{6B5063F6-D954-CF4D-5BA7-5AB6C3937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52" name="Rectangle 11">
                <a:extLst>
                  <a:ext uri="{FF2B5EF4-FFF2-40B4-BE49-F238E27FC236}">
                    <a16:creationId xmlns:a16="http://schemas.microsoft.com/office/drawing/2014/main" id="{39C2B9FD-C0FB-5821-B7E6-B8540175F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53" name="Rectangle 12">
                <a:extLst>
                  <a:ext uri="{FF2B5EF4-FFF2-40B4-BE49-F238E27FC236}">
                    <a16:creationId xmlns:a16="http://schemas.microsoft.com/office/drawing/2014/main" id="{7CF0E1EB-6C1D-DF69-6F0C-4315F4B699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1954" name="Rectangle 13">
                <a:extLst>
                  <a:ext uri="{FF2B5EF4-FFF2-40B4-BE49-F238E27FC236}">
                    <a16:creationId xmlns:a16="http://schemas.microsoft.com/office/drawing/2014/main" id="{CE2FDBB1-15A0-6EC5-BA9C-A7F2655F6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1938" name="Text Box 14">
              <a:extLst>
                <a:ext uri="{FF2B5EF4-FFF2-40B4-BE49-F238E27FC236}">
                  <a16:creationId xmlns:a16="http://schemas.microsoft.com/office/drawing/2014/main" id="{90064014-A7B7-4823-3528-F560938EA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1939" name="Text Box 15">
              <a:extLst>
                <a:ext uri="{FF2B5EF4-FFF2-40B4-BE49-F238E27FC236}">
                  <a16:creationId xmlns:a16="http://schemas.microsoft.com/office/drawing/2014/main" id="{2948768D-EA11-610B-2A98-5E43EC9F1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1940" name="Text Box 16">
              <a:extLst>
                <a:ext uri="{FF2B5EF4-FFF2-40B4-BE49-F238E27FC236}">
                  <a16:creationId xmlns:a16="http://schemas.microsoft.com/office/drawing/2014/main" id="{A4507FF8-0ECE-A171-033E-8A698F53A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1941" name="Text Box 17">
              <a:extLst>
                <a:ext uri="{FF2B5EF4-FFF2-40B4-BE49-F238E27FC236}">
                  <a16:creationId xmlns:a16="http://schemas.microsoft.com/office/drawing/2014/main" id="{3A82DF3F-FB7C-275E-370E-5D636DF22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1942" name="Text Box 18">
              <a:extLst>
                <a:ext uri="{FF2B5EF4-FFF2-40B4-BE49-F238E27FC236}">
                  <a16:creationId xmlns:a16="http://schemas.microsoft.com/office/drawing/2014/main" id="{D6E253B9-2F79-65A4-7FA4-CA0E52093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1943" name="Text Box 19">
              <a:extLst>
                <a:ext uri="{FF2B5EF4-FFF2-40B4-BE49-F238E27FC236}">
                  <a16:creationId xmlns:a16="http://schemas.microsoft.com/office/drawing/2014/main" id="{F4169A91-DE66-11B3-9C58-4CAF9803A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1944" name="Text Box 20">
              <a:extLst>
                <a:ext uri="{FF2B5EF4-FFF2-40B4-BE49-F238E27FC236}">
                  <a16:creationId xmlns:a16="http://schemas.microsoft.com/office/drawing/2014/main" id="{A9838E48-5587-22F2-DB12-CC515443D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1945" name="Text Box 21">
              <a:extLst>
                <a:ext uri="{FF2B5EF4-FFF2-40B4-BE49-F238E27FC236}">
                  <a16:creationId xmlns:a16="http://schemas.microsoft.com/office/drawing/2014/main" id="{17DE8004-72D7-8DCF-A3C3-B0DB08C35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1924" name="Group 22">
            <a:extLst>
              <a:ext uri="{FF2B5EF4-FFF2-40B4-BE49-F238E27FC236}">
                <a16:creationId xmlns:a16="http://schemas.microsoft.com/office/drawing/2014/main" id="{92CCE698-C973-E52A-6346-1D69387C4EAA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3714750" cy="3276600"/>
            <a:chOff x="2445" y="1344"/>
            <a:chExt cx="2340" cy="2064"/>
          </a:xfrm>
        </p:grpSpPr>
        <p:grpSp>
          <p:nvGrpSpPr>
            <p:cNvPr id="81926" name="Group 23">
              <a:extLst>
                <a:ext uri="{FF2B5EF4-FFF2-40B4-BE49-F238E27FC236}">
                  <a16:creationId xmlns:a16="http://schemas.microsoft.com/office/drawing/2014/main" id="{FA645576-E613-92C0-649C-C59A76638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5" y="1344"/>
              <a:ext cx="2340" cy="2064"/>
              <a:chOff x="2445" y="1344"/>
              <a:chExt cx="2340" cy="2064"/>
            </a:xfrm>
          </p:grpSpPr>
          <p:sp>
            <p:nvSpPr>
              <p:cNvPr id="81933" name="Text Box 24">
                <a:extLst>
                  <a:ext uri="{FF2B5EF4-FFF2-40B4-BE49-F238E27FC236}">
                    <a16:creationId xmlns:a16="http://schemas.microsoft.com/office/drawing/2014/main" id="{7D8EEA1C-AF2C-2452-AD42-875ECFEF46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1934" name="Text Box 25">
                <a:extLst>
                  <a:ext uri="{FF2B5EF4-FFF2-40B4-BE49-F238E27FC236}">
                    <a16:creationId xmlns:a16="http://schemas.microsoft.com/office/drawing/2014/main" id="{044C0E24-25F7-9B66-FD0A-BDA9B9159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1935" name="Text Box 26">
                <a:extLst>
                  <a:ext uri="{FF2B5EF4-FFF2-40B4-BE49-F238E27FC236}">
                    <a16:creationId xmlns:a16="http://schemas.microsoft.com/office/drawing/2014/main" id="{3946E1ED-83F8-DE53-816E-E4EB5ABF1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1936" name="Text Box 27">
                <a:extLst>
                  <a:ext uri="{FF2B5EF4-FFF2-40B4-BE49-F238E27FC236}">
                    <a16:creationId xmlns:a16="http://schemas.microsoft.com/office/drawing/2014/main" id="{D1D37168-6700-FAF0-17A6-8924155290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81927" name="Line 28">
              <a:extLst>
                <a:ext uri="{FF2B5EF4-FFF2-40B4-BE49-F238E27FC236}">
                  <a16:creationId xmlns:a16="http://schemas.microsoft.com/office/drawing/2014/main" id="{00939A6F-C34B-9313-69BD-FECB35C85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28" name="Line 29">
              <a:extLst>
                <a:ext uri="{FF2B5EF4-FFF2-40B4-BE49-F238E27FC236}">
                  <a16:creationId xmlns:a16="http://schemas.microsoft.com/office/drawing/2014/main" id="{0BEFCA1F-DB4D-2D38-FEDC-EC22917DD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29" name="Line 30">
              <a:extLst>
                <a:ext uri="{FF2B5EF4-FFF2-40B4-BE49-F238E27FC236}">
                  <a16:creationId xmlns:a16="http://schemas.microsoft.com/office/drawing/2014/main" id="{6F2F5F9D-87B7-0AC0-A9FA-709BA9227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30" name="Line 31">
              <a:extLst>
                <a:ext uri="{FF2B5EF4-FFF2-40B4-BE49-F238E27FC236}">
                  <a16:creationId xmlns:a16="http://schemas.microsoft.com/office/drawing/2014/main" id="{C63E52F5-87DA-0288-43E3-90B13D527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31" name="Line 32">
              <a:extLst>
                <a:ext uri="{FF2B5EF4-FFF2-40B4-BE49-F238E27FC236}">
                  <a16:creationId xmlns:a16="http://schemas.microsoft.com/office/drawing/2014/main" id="{A8380FC1-06D8-FD9E-DA23-AB4D198D6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932" name="Line 33">
              <a:extLst>
                <a:ext uri="{FF2B5EF4-FFF2-40B4-BE49-F238E27FC236}">
                  <a16:creationId xmlns:a16="http://schemas.microsoft.com/office/drawing/2014/main" id="{D61DB8BD-DBDA-8D45-4D91-8CFEF0BAB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75B5AA2F-7B1D-6FAA-16E0-AC9554C04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2947" name="Group 3">
            <a:extLst>
              <a:ext uri="{FF2B5EF4-FFF2-40B4-BE49-F238E27FC236}">
                <a16:creationId xmlns:a16="http://schemas.microsoft.com/office/drawing/2014/main" id="{1473FD17-2E52-AED7-19D6-6C119200E39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768" y="1680"/>
            <a:chExt cx="1344" cy="1392"/>
          </a:xfrm>
        </p:grpSpPr>
        <p:grpSp>
          <p:nvGrpSpPr>
            <p:cNvPr id="82968" name="Group 4">
              <a:extLst>
                <a:ext uri="{FF2B5EF4-FFF2-40B4-BE49-F238E27FC236}">
                  <a16:creationId xmlns:a16="http://schemas.microsoft.com/office/drawing/2014/main" id="{0F1E3DE6-9FF4-905A-C9F1-3203FBC954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920"/>
              <a:ext cx="1152" cy="1152"/>
              <a:chOff x="576" y="1728"/>
              <a:chExt cx="1152" cy="1152"/>
            </a:xfrm>
          </p:grpSpPr>
          <p:sp>
            <p:nvSpPr>
              <p:cNvPr id="82977" name="Rectangle 5">
                <a:extLst>
                  <a:ext uri="{FF2B5EF4-FFF2-40B4-BE49-F238E27FC236}">
                    <a16:creationId xmlns:a16="http://schemas.microsoft.com/office/drawing/2014/main" id="{D4888AFF-DA38-D1F1-D8AE-DC46451F3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78" name="Rectangle 6">
                <a:extLst>
                  <a:ext uri="{FF2B5EF4-FFF2-40B4-BE49-F238E27FC236}">
                    <a16:creationId xmlns:a16="http://schemas.microsoft.com/office/drawing/2014/main" id="{1F915892-6297-D6D6-CF9A-CBB779C4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79" name="Rectangle 7">
                <a:extLst>
                  <a:ext uri="{FF2B5EF4-FFF2-40B4-BE49-F238E27FC236}">
                    <a16:creationId xmlns:a16="http://schemas.microsoft.com/office/drawing/2014/main" id="{DA2DEB40-1CE3-5876-36CF-3E0B4DDD2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0" name="Rectangle 8">
                <a:extLst>
                  <a:ext uri="{FF2B5EF4-FFF2-40B4-BE49-F238E27FC236}">
                    <a16:creationId xmlns:a16="http://schemas.microsoft.com/office/drawing/2014/main" id="{F803C59B-47A4-412D-DF3E-FFED2F2E3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1" name="Rectangle 9">
                <a:extLst>
                  <a:ext uri="{FF2B5EF4-FFF2-40B4-BE49-F238E27FC236}">
                    <a16:creationId xmlns:a16="http://schemas.microsoft.com/office/drawing/2014/main" id="{C78542C3-0B48-0634-C294-70D3E7193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2" name="Rectangle 10">
                <a:extLst>
                  <a:ext uri="{FF2B5EF4-FFF2-40B4-BE49-F238E27FC236}">
                    <a16:creationId xmlns:a16="http://schemas.microsoft.com/office/drawing/2014/main" id="{9B04FF98-10DF-09AA-2EEC-07EBCCD79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3" name="Rectangle 11">
                <a:extLst>
                  <a:ext uri="{FF2B5EF4-FFF2-40B4-BE49-F238E27FC236}">
                    <a16:creationId xmlns:a16="http://schemas.microsoft.com/office/drawing/2014/main" id="{17BA6575-2CDD-F493-02FD-E6FC4574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4" name="Rectangle 12">
                <a:extLst>
                  <a:ext uri="{FF2B5EF4-FFF2-40B4-BE49-F238E27FC236}">
                    <a16:creationId xmlns:a16="http://schemas.microsoft.com/office/drawing/2014/main" id="{B045AF88-FF4D-F001-4979-75A284F05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985" name="Rectangle 13">
                <a:extLst>
                  <a:ext uri="{FF2B5EF4-FFF2-40B4-BE49-F238E27FC236}">
                    <a16:creationId xmlns:a16="http://schemas.microsoft.com/office/drawing/2014/main" id="{B4AAFA0D-08F2-5B09-3AEA-CAAB44AF4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2969" name="Text Box 14">
              <a:extLst>
                <a:ext uri="{FF2B5EF4-FFF2-40B4-BE49-F238E27FC236}">
                  <a16:creationId xmlns:a16="http://schemas.microsoft.com/office/drawing/2014/main" id="{EAEA4C6F-B801-8006-707A-5F7B75EF8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92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2970" name="Text Box 15">
              <a:extLst>
                <a:ext uri="{FF2B5EF4-FFF2-40B4-BE49-F238E27FC236}">
                  <a16:creationId xmlns:a16="http://schemas.microsoft.com/office/drawing/2014/main" id="{6ADA3ADC-CB43-0846-4301-D9F28D4A4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9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2971" name="Text Box 16">
              <a:extLst>
                <a:ext uri="{FF2B5EF4-FFF2-40B4-BE49-F238E27FC236}">
                  <a16:creationId xmlns:a16="http://schemas.microsoft.com/office/drawing/2014/main" id="{6BF0F529-9C33-B468-A3B0-1DD17C300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208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2972" name="Text Box 17">
              <a:extLst>
                <a:ext uri="{FF2B5EF4-FFF2-40B4-BE49-F238E27FC236}">
                  <a16:creationId xmlns:a16="http://schemas.microsoft.com/office/drawing/2014/main" id="{8C1755AC-B063-A70E-3185-5FB276D28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78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2973" name="Text Box 18">
              <a:extLst>
                <a:ext uri="{FF2B5EF4-FFF2-40B4-BE49-F238E27FC236}">
                  <a16:creationId xmlns:a16="http://schemas.microsoft.com/office/drawing/2014/main" id="{4F7DF223-6C7C-4460-089E-862249495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2974" name="Text Box 19">
              <a:extLst>
                <a:ext uri="{FF2B5EF4-FFF2-40B4-BE49-F238E27FC236}">
                  <a16:creationId xmlns:a16="http://schemas.microsoft.com/office/drawing/2014/main" id="{745937D4-56A9-8CEE-A985-1885E59CD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2975" name="Text Box 20">
              <a:extLst>
                <a:ext uri="{FF2B5EF4-FFF2-40B4-BE49-F238E27FC236}">
                  <a16:creationId xmlns:a16="http://schemas.microsoft.com/office/drawing/2014/main" id="{210C0BE6-1905-D324-D774-FE5A68847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2976" name="Text Box 21">
              <a:extLst>
                <a:ext uri="{FF2B5EF4-FFF2-40B4-BE49-F238E27FC236}">
                  <a16:creationId xmlns:a16="http://schemas.microsoft.com/office/drawing/2014/main" id="{82F67431-F2F8-057C-6AF4-1D311722A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6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2948" name="Group 22">
            <a:extLst>
              <a:ext uri="{FF2B5EF4-FFF2-40B4-BE49-F238E27FC236}">
                <a16:creationId xmlns:a16="http://schemas.microsoft.com/office/drawing/2014/main" id="{B3815CC0-2891-AA0E-A217-68F999DCC082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3714750" cy="3276600"/>
            <a:chOff x="2445" y="1344"/>
            <a:chExt cx="2340" cy="2064"/>
          </a:xfrm>
        </p:grpSpPr>
        <p:grpSp>
          <p:nvGrpSpPr>
            <p:cNvPr id="82957" name="Group 23">
              <a:extLst>
                <a:ext uri="{FF2B5EF4-FFF2-40B4-BE49-F238E27FC236}">
                  <a16:creationId xmlns:a16="http://schemas.microsoft.com/office/drawing/2014/main" id="{818FAEE7-9AD4-F436-8086-058B4CFB6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5" y="1344"/>
              <a:ext cx="2340" cy="2064"/>
              <a:chOff x="2445" y="1344"/>
              <a:chExt cx="2340" cy="2064"/>
            </a:xfrm>
          </p:grpSpPr>
          <p:sp>
            <p:nvSpPr>
              <p:cNvPr id="82964" name="Text Box 24">
                <a:extLst>
                  <a:ext uri="{FF2B5EF4-FFF2-40B4-BE49-F238E27FC236}">
                    <a16:creationId xmlns:a16="http://schemas.microsoft.com/office/drawing/2014/main" id="{78B62D2F-924F-A814-3F71-F2E453B1CD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2965" name="Text Box 25">
                <a:extLst>
                  <a:ext uri="{FF2B5EF4-FFF2-40B4-BE49-F238E27FC236}">
                    <a16:creationId xmlns:a16="http://schemas.microsoft.com/office/drawing/2014/main" id="{3C0A7D66-A7BE-D0CB-D58C-6115F76E19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2966" name="Text Box 26">
                <a:extLst>
                  <a:ext uri="{FF2B5EF4-FFF2-40B4-BE49-F238E27FC236}">
                    <a16:creationId xmlns:a16="http://schemas.microsoft.com/office/drawing/2014/main" id="{9EA5E81A-E9B4-A851-9FF8-048A147DA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2967" name="Text Box 27">
                <a:extLst>
                  <a:ext uri="{FF2B5EF4-FFF2-40B4-BE49-F238E27FC236}">
                    <a16:creationId xmlns:a16="http://schemas.microsoft.com/office/drawing/2014/main" id="{3E497EBA-CF27-5646-84AB-FC40C8C48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82958" name="Line 28">
              <a:extLst>
                <a:ext uri="{FF2B5EF4-FFF2-40B4-BE49-F238E27FC236}">
                  <a16:creationId xmlns:a16="http://schemas.microsoft.com/office/drawing/2014/main" id="{C98E6687-FE78-EDE9-1F78-BDD7E9B69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59" name="Line 29">
              <a:extLst>
                <a:ext uri="{FF2B5EF4-FFF2-40B4-BE49-F238E27FC236}">
                  <a16:creationId xmlns:a16="http://schemas.microsoft.com/office/drawing/2014/main" id="{08EB3FFA-4FA0-11FA-A32F-B4CBCB556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60" name="Line 30">
              <a:extLst>
                <a:ext uri="{FF2B5EF4-FFF2-40B4-BE49-F238E27FC236}">
                  <a16:creationId xmlns:a16="http://schemas.microsoft.com/office/drawing/2014/main" id="{E866A2C0-5473-1920-D987-5CAAB282E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61" name="Line 31">
              <a:extLst>
                <a:ext uri="{FF2B5EF4-FFF2-40B4-BE49-F238E27FC236}">
                  <a16:creationId xmlns:a16="http://schemas.microsoft.com/office/drawing/2014/main" id="{E81F5F5A-4531-7ECE-B596-BE7FEFD2B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62" name="Line 32">
              <a:extLst>
                <a:ext uri="{FF2B5EF4-FFF2-40B4-BE49-F238E27FC236}">
                  <a16:creationId xmlns:a16="http://schemas.microsoft.com/office/drawing/2014/main" id="{7A58A796-AA40-39E3-5BF7-773A50B20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63" name="Line 33">
              <a:extLst>
                <a:ext uri="{FF2B5EF4-FFF2-40B4-BE49-F238E27FC236}">
                  <a16:creationId xmlns:a16="http://schemas.microsoft.com/office/drawing/2014/main" id="{578FB6EA-ED37-D121-539F-932B9F60A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2949" name="AutoShape 34">
            <a:extLst>
              <a:ext uri="{FF2B5EF4-FFF2-40B4-BE49-F238E27FC236}">
                <a16:creationId xmlns:a16="http://schemas.microsoft.com/office/drawing/2014/main" id="{277A0824-2F79-AC9D-7261-021E1A4C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991C8363-F192-D6AC-934A-3E2DCA1266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82951" name="Oval 36">
              <a:extLst>
                <a:ext uri="{FF2B5EF4-FFF2-40B4-BE49-F238E27FC236}">
                  <a16:creationId xmlns:a16="http://schemas.microsoft.com/office/drawing/2014/main" id="{86F690EA-5437-F7D0-E12C-F26CABAEE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52" name="Oval 37">
              <a:extLst>
                <a:ext uri="{FF2B5EF4-FFF2-40B4-BE49-F238E27FC236}">
                  <a16:creationId xmlns:a16="http://schemas.microsoft.com/office/drawing/2014/main" id="{80D9A61B-EAE0-D9BA-28CD-07E2961A0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53" name="Oval 38">
              <a:extLst>
                <a:ext uri="{FF2B5EF4-FFF2-40B4-BE49-F238E27FC236}">
                  <a16:creationId xmlns:a16="http://schemas.microsoft.com/office/drawing/2014/main" id="{824884C3-6667-99CC-EF01-FA48A8622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54" name="Oval 39">
              <a:extLst>
                <a:ext uri="{FF2B5EF4-FFF2-40B4-BE49-F238E27FC236}">
                  <a16:creationId xmlns:a16="http://schemas.microsoft.com/office/drawing/2014/main" id="{FDA07C61-43C8-A644-453A-16B83795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55" name="Oval 40">
              <a:extLst>
                <a:ext uri="{FF2B5EF4-FFF2-40B4-BE49-F238E27FC236}">
                  <a16:creationId xmlns:a16="http://schemas.microsoft.com/office/drawing/2014/main" id="{52638B7E-4475-A6EE-7B4A-0F1E7CB2E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56" name="Oval 41">
              <a:extLst>
                <a:ext uri="{FF2B5EF4-FFF2-40B4-BE49-F238E27FC236}">
                  <a16:creationId xmlns:a16="http://schemas.microsoft.com/office/drawing/2014/main" id="{A6B2FB43-7D92-8354-0623-82C4F5018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43296C0-6EFF-D2CF-B490-0D41BE74F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3971" name="Group 3">
            <a:extLst>
              <a:ext uri="{FF2B5EF4-FFF2-40B4-BE49-F238E27FC236}">
                <a16:creationId xmlns:a16="http://schemas.microsoft.com/office/drawing/2014/main" id="{1A6F94CC-D59F-12A4-F64C-C421D28F5079}"/>
              </a:ext>
            </a:extLst>
          </p:cNvPr>
          <p:cNvGrpSpPr>
            <a:grpSpLocks/>
          </p:cNvGrpSpPr>
          <p:nvPr/>
        </p:nvGrpSpPr>
        <p:grpSpPr bwMode="auto">
          <a:xfrm>
            <a:off x="1229519" y="2667000"/>
            <a:ext cx="2133600" cy="2209800"/>
            <a:chOff x="624" y="1776"/>
            <a:chExt cx="1344" cy="1392"/>
          </a:xfrm>
        </p:grpSpPr>
        <p:grpSp>
          <p:nvGrpSpPr>
            <p:cNvPr id="83992" name="Group 4">
              <a:extLst>
                <a:ext uri="{FF2B5EF4-FFF2-40B4-BE49-F238E27FC236}">
                  <a16:creationId xmlns:a16="http://schemas.microsoft.com/office/drawing/2014/main" id="{670DE9EF-0619-24D8-44E9-9B9365319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4001" name="Rectangle 5">
                <a:extLst>
                  <a:ext uri="{FF2B5EF4-FFF2-40B4-BE49-F238E27FC236}">
                    <a16:creationId xmlns:a16="http://schemas.microsoft.com/office/drawing/2014/main" id="{C240E7BD-21D0-C989-DCAA-933C63F60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2" name="Rectangle 6">
                <a:extLst>
                  <a:ext uri="{FF2B5EF4-FFF2-40B4-BE49-F238E27FC236}">
                    <a16:creationId xmlns:a16="http://schemas.microsoft.com/office/drawing/2014/main" id="{028B0C17-DF65-7BFE-11C0-EAAFD5DA6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3" name="Rectangle 7">
                <a:extLst>
                  <a:ext uri="{FF2B5EF4-FFF2-40B4-BE49-F238E27FC236}">
                    <a16:creationId xmlns:a16="http://schemas.microsoft.com/office/drawing/2014/main" id="{9A34CD90-5375-F4F2-CD2A-9542FE54E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4" name="Rectangle 8">
                <a:extLst>
                  <a:ext uri="{FF2B5EF4-FFF2-40B4-BE49-F238E27FC236}">
                    <a16:creationId xmlns:a16="http://schemas.microsoft.com/office/drawing/2014/main" id="{568F34C4-3137-54FA-5AFB-C016D55DD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5" name="Rectangle 9">
                <a:extLst>
                  <a:ext uri="{FF2B5EF4-FFF2-40B4-BE49-F238E27FC236}">
                    <a16:creationId xmlns:a16="http://schemas.microsoft.com/office/drawing/2014/main" id="{498A3DD5-F47B-4058-4F00-869E1FE8B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6" name="Rectangle 10">
                <a:extLst>
                  <a:ext uri="{FF2B5EF4-FFF2-40B4-BE49-F238E27FC236}">
                    <a16:creationId xmlns:a16="http://schemas.microsoft.com/office/drawing/2014/main" id="{C4657173-F796-3B47-B3B8-17D3B47EA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7" name="Rectangle 11">
                <a:extLst>
                  <a:ext uri="{FF2B5EF4-FFF2-40B4-BE49-F238E27FC236}">
                    <a16:creationId xmlns:a16="http://schemas.microsoft.com/office/drawing/2014/main" id="{132F4997-7947-9194-D4AA-169AAD985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8" name="Rectangle 12">
                <a:extLst>
                  <a:ext uri="{FF2B5EF4-FFF2-40B4-BE49-F238E27FC236}">
                    <a16:creationId xmlns:a16="http://schemas.microsoft.com/office/drawing/2014/main" id="{DF577B36-568B-3E01-AAF4-69A37B8F1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4009" name="Rectangle 13">
                <a:extLst>
                  <a:ext uri="{FF2B5EF4-FFF2-40B4-BE49-F238E27FC236}">
                    <a16:creationId xmlns:a16="http://schemas.microsoft.com/office/drawing/2014/main" id="{DE934ACE-BA16-3A82-56F0-04B131699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3993" name="Text Box 14">
              <a:extLst>
                <a:ext uri="{FF2B5EF4-FFF2-40B4-BE49-F238E27FC236}">
                  <a16:creationId xmlns:a16="http://schemas.microsoft.com/office/drawing/2014/main" id="{E10E5907-BA25-0CB2-872F-78CCA0A6D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3994" name="Text Box 15">
              <a:extLst>
                <a:ext uri="{FF2B5EF4-FFF2-40B4-BE49-F238E27FC236}">
                  <a16:creationId xmlns:a16="http://schemas.microsoft.com/office/drawing/2014/main" id="{30C34344-18C9-EE7B-FEC5-0849D8B27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3995" name="Text Box 16">
              <a:extLst>
                <a:ext uri="{FF2B5EF4-FFF2-40B4-BE49-F238E27FC236}">
                  <a16:creationId xmlns:a16="http://schemas.microsoft.com/office/drawing/2014/main" id="{FAB99C0C-3DA2-3917-D905-17D09D2B0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3996" name="Text Box 17">
              <a:extLst>
                <a:ext uri="{FF2B5EF4-FFF2-40B4-BE49-F238E27FC236}">
                  <a16:creationId xmlns:a16="http://schemas.microsoft.com/office/drawing/2014/main" id="{C63375D1-E65C-27CC-E16B-23F742954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3997" name="Text Box 18">
              <a:extLst>
                <a:ext uri="{FF2B5EF4-FFF2-40B4-BE49-F238E27FC236}">
                  <a16:creationId xmlns:a16="http://schemas.microsoft.com/office/drawing/2014/main" id="{FBDC3C44-6F1A-2A64-8DFF-E2ACDFA64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3998" name="Text Box 19">
              <a:extLst>
                <a:ext uri="{FF2B5EF4-FFF2-40B4-BE49-F238E27FC236}">
                  <a16:creationId xmlns:a16="http://schemas.microsoft.com/office/drawing/2014/main" id="{AA0B8D4C-542F-A2FF-904D-735FA586A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3999" name="Text Box 20">
              <a:extLst>
                <a:ext uri="{FF2B5EF4-FFF2-40B4-BE49-F238E27FC236}">
                  <a16:creationId xmlns:a16="http://schemas.microsoft.com/office/drawing/2014/main" id="{36197109-C74A-172A-38D9-3EC3A20B5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4000" name="Text Box 21">
              <a:extLst>
                <a:ext uri="{FF2B5EF4-FFF2-40B4-BE49-F238E27FC236}">
                  <a16:creationId xmlns:a16="http://schemas.microsoft.com/office/drawing/2014/main" id="{6B28B9ED-8715-4CE3-251E-6D9B6BAFE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3972" name="Group 22">
            <a:extLst>
              <a:ext uri="{FF2B5EF4-FFF2-40B4-BE49-F238E27FC236}">
                <a16:creationId xmlns:a16="http://schemas.microsoft.com/office/drawing/2014/main" id="{229D2202-0610-8B72-7B4D-5C0692E25F1B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62375" cy="3276600"/>
            <a:chOff x="2429" y="1344"/>
            <a:chExt cx="2370" cy="2064"/>
          </a:xfrm>
        </p:grpSpPr>
        <p:grpSp>
          <p:nvGrpSpPr>
            <p:cNvPr id="83981" name="Group 23">
              <a:extLst>
                <a:ext uri="{FF2B5EF4-FFF2-40B4-BE49-F238E27FC236}">
                  <a16:creationId xmlns:a16="http://schemas.microsoft.com/office/drawing/2014/main" id="{53958BC4-34BC-4B24-5222-583E441C69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0" cy="2064"/>
              <a:chOff x="2429" y="1344"/>
              <a:chExt cx="2370" cy="2064"/>
            </a:xfrm>
          </p:grpSpPr>
          <p:sp>
            <p:nvSpPr>
              <p:cNvPr id="83988" name="Text Box 24">
                <a:extLst>
                  <a:ext uri="{FF2B5EF4-FFF2-40B4-BE49-F238E27FC236}">
                    <a16:creationId xmlns:a16="http://schemas.microsoft.com/office/drawing/2014/main" id="{26928C9E-5A53-A75D-F91D-5AA89236C4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3989" name="Text Box 25">
                <a:extLst>
                  <a:ext uri="{FF2B5EF4-FFF2-40B4-BE49-F238E27FC236}">
                    <a16:creationId xmlns:a16="http://schemas.microsoft.com/office/drawing/2014/main" id="{18B10FF0-1824-FCFB-9EDD-4296FDFA3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,2,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  <p:sp>
            <p:nvSpPr>
              <p:cNvPr id="83990" name="Text Box 26">
                <a:extLst>
                  <a:ext uri="{FF2B5EF4-FFF2-40B4-BE49-F238E27FC236}">
                    <a16:creationId xmlns:a16="http://schemas.microsoft.com/office/drawing/2014/main" id="{867CC0D8-6D6B-32E1-5C23-F9DC1E01E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3991" name="Text Box 27">
                <a:extLst>
                  <a:ext uri="{FF2B5EF4-FFF2-40B4-BE49-F238E27FC236}">
                    <a16:creationId xmlns:a16="http://schemas.microsoft.com/office/drawing/2014/main" id="{0BCF89FD-5370-7965-A73E-D349C173FB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 ,  ,3,4}</a:t>
                </a:r>
              </a:p>
            </p:txBody>
          </p:sp>
        </p:grpSp>
        <p:sp>
          <p:nvSpPr>
            <p:cNvPr id="83982" name="Line 28">
              <a:extLst>
                <a:ext uri="{FF2B5EF4-FFF2-40B4-BE49-F238E27FC236}">
                  <a16:creationId xmlns:a16="http://schemas.microsoft.com/office/drawing/2014/main" id="{83D1CF74-1FCF-D69C-65AF-A44D9BEB3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83" name="Line 29">
              <a:extLst>
                <a:ext uri="{FF2B5EF4-FFF2-40B4-BE49-F238E27FC236}">
                  <a16:creationId xmlns:a16="http://schemas.microsoft.com/office/drawing/2014/main" id="{F5BB4FFE-4A8C-4A11-A509-443F8A79B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84" name="Line 30">
              <a:extLst>
                <a:ext uri="{FF2B5EF4-FFF2-40B4-BE49-F238E27FC236}">
                  <a16:creationId xmlns:a16="http://schemas.microsoft.com/office/drawing/2014/main" id="{1F226DAD-8C73-DABD-C407-B7C38EBCB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85" name="Line 31">
              <a:extLst>
                <a:ext uri="{FF2B5EF4-FFF2-40B4-BE49-F238E27FC236}">
                  <a16:creationId xmlns:a16="http://schemas.microsoft.com/office/drawing/2014/main" id="{D3998BA5-497B-05C0-45A5-099F11DF4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86" name="Line 32">
              <a:extLst>
                <a:ext uri="{FF2B5EF4-FFF2-40B4-BE49-F238E27FC236}">
                  <a16:creationId xmlns:a16="http://schemas.microsoft.com/office/drawing/2014/main" id="{825B3E8A-0A98-FB3B-8508-73CC7BBA5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3987" name="Line 33">
              <a:extLst>
                <a:ext uri="{FF2B5EF4-FFF2-40B4-BE49-F238E27FC236}">
                  <a16:creationId xmlns:a16="http://schemas.microsoft.com/office/drawing/2014/main" id="{B7461021-FC3D-6982-42AA-0F734B933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3973" name="AutoShape 34">
            <a:extLst>
              <a:ext uri="{FF2B5EF4-FFF2-40B4-BE49-F238E27FC236}">
                <a16:creationId xmlns:a16="http://schemas.microsoft.com/office/drawing/2014/main" id="{A48B8613-7860-F76A-3102-5C9A30D10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83974" name="Group 35">
            <a:extLst>
              <a:ext uri="{FF2B5EF4-FFF2-40B4-BE49-F238E27FC236}">
                <a16:creationId xmlns:a16="http://schemas.microsoft.com/office/drawing/2014/main" id="{9E6B465F-09F1-EFDC-724C-66C6AB4EA26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83975" name="Oval 36">
              <a:extLst>
                <a:ext uri="{FF2B5EF4-FFF2-40B4-BE49-F238E27FC236}">
                  <a16:creationId xmlns:a16="http://schemas.microsoft.com/office/drawing/2014/main" id="{F407E878-0CAA-663C-EB84-88F9B4B66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76" name="Oval 37">
              <a:extLst>
                <a:ext uri="{FF2B5EF4-FFF2-40B4-BE49-F238E27FC236}">
                  <a16:creationId xmlns:a16="http://schemas.microsoft.com/office/drawing/2014/main" id="{7544A2DD-8509-352C-2A57-7A3FAB8B8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77" name="Oval 38">
              <a:extLst>
                <a:ext uri="{FF2B5EF4-FFF2-40B4-BE49-F238E27FC236}">
                  <a16:creationId xmlns:a16="http://schemas.microsoft.com/office/drawing/2014/main" id="{18AFCCB6-C553-AFA2-0857-D4E42C497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78" name="Oval 39">
              <a:extLst>
                <a:ext uri="{FF2B5EF4-FFF2-40B4-BE49-F238E27FC236}">
                  <a16:creationId xmlns:a16="http://schemas.microsoft.com/office/drawing/2014/main" id="{ACE90048-2869-7168-8509-812BE1DC3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79" name="Oval 40">
              <a:extLst>
                <a:ext uri="{FF2B5EF4-FFF2-40B4-BE49-F238E27FC236}">
                  <a16:creationId xmlns:a16="http://schemas.microsoft.com/office/drawing/2014/main" id="{9273CD0F-8414-14A1-C152-16A4C886A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80" name="Oval 41">
              <a:extLst>
                <a:ext uri="{FF2B5EF4-FFF2-40B4-BE49-F238E27FC236}">
                  <a16:creationId xmlns:a16="http://schemas.microsoft.com/office/drawing/2014/main" id="{1B57F162-3D1A-0F2E-B09B-A116C9993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0CF1508-A495-93C1-86A4-7BBF87DC9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4995" name="Group 3">
            <a:extLst>
              <a:ext uri="{FF2B5EF4-FFF2-40B4-BE49-F238E27FC236}">
                <a16:creationId xmlns:a16="http://schemas.microsoft.com/office/drawing/2014/main" id="{066EBF8C-46F6-23C6-F790-14585C499297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5019" name="Group 4">
              <a:extLst>
                <a:ext uri="{FF2B5EF4-FFF2-40B4-BE49-F238E27FC236}">
                  <a16:creationId xmlns:a16="http://schemas.microsoft.com/office/drawing/2014/main" id="{58B166C2-C7C7-F398-87AB-7E0C3AA520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5028" name="Rectangle 5">
                <a:extLst>
                  <a:ext uri="{FF2B5EF4-FFF2-40B4-BE49-F238E27FC236}">
                    <a16:creationId xmlns:a16="http://schemas.microsoft.com/office/drawing/2014/main" id="{9BE76C0F-8D61-6993-D3B1-0C6FE84BB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29" name="Rectangle 6">
                <a:extLst>
                  <a:ext uri="{FF2B5EF4-FFF2-40B4-BE49-F238E27FC236}">
                    <a16:creationId xmlns:a16="http://schemas.microsoft.com/office/drawing/2014/main" id="{D689EB4B-4EAE-0C43-2B21-77FD94736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0" name="Rectangle 7">
                <a:extLst>
                  <a:ext uri="{FF2B5EF4-FFF2-40B4-BE49-F238E27FC236}">
                    <a16:creationId xmlns:a16="http://schemas.microsoft.com/office/drawing/2014/main" id="{91EE45D6-5BAE-4EA1-DD12-D24A84DB2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1" name="Rectangle 8">
                <a:extLst>
                  <a:ext uri="{FF2B5EF4-FFF2-40B4-BE49-F238E27FC236}">
                    <a16:creationId xmlns:a16="http://schemas.microsoft.com/office/drawing/2014/main" id="{925E7010-3EA3-E503-C1FF-04B46ECF5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2" name="Rectangle 9">
                <a:extLst>
                  <a:ext uri="{FF2B5EF4-FFF2-40B4-BE49-F238E27FC236}">
                    <a16:creationId xmlns:a16="http://schemas.microsoft.com/office/drawing/2014/main" id="{8AD67494-085D-D99B-F99B-7CB8314C1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3" name="Rectangle 10">
                <a:extLst>
                  <a:ext uri="{FF2B5EF4-FFF2-40B4-BE49-F238E27FC236}">
                    <a16:creationId xmlns:a16="http://schemas.microsoft.com/office/drawing/2014/main" id="{50405A34-196C-02A6-A874-757DAF845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4" name="Rectangle 11">
                <a:extLst>
                  <a:ext uri="{FF2B5EF4-FFF2-40B4-BE49-F238E27FC236}">
                    <a16:creationId xmlns:a16="http://schemas.microsoft.com/office/drawing/2014/main" id="{18AD57DB-83AB-6AFD-4370-5151CDD3B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5" name="Rectangle 12">
                <a:extLst>
                  <a:ext uri="{FF2B5EF4-FFF2-40B4-BE49-F238E27FC236}">
                    <a16:creationId xmlns:a16="http://schemas.microsoft.com/office/drawing/2014/main" id="{00EECAD1-5D72-E447-6F95-FE4F93282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5036" name="Rectangle 13">
                <a:extLst>
                  <a:ext uri="{FF2B5EF4-FFF2-40B4-BE49-F238E27FC236}">
                    <a16:creationId xmlns:a16="http://schemas.microsoft.com/office/drawing/2014/main" id="{F21348CF-8378-0D4C-9600-4533358CF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5020" name="Text Box 14">
              <a:extLst>
                <a:ext uri="{FF2B5EF4-FFF2-40B4-BE49-F238E27FC236}">
                  <a16:creationId xmlns:a16="http://schemas.microsoft.com/office/drawing/2014/main" id="{40FE886F-988C-9216-243F-FF6B488C7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5021" name="Text Box 15">
              <a:extLst>
                <a:ext uri="{FF2B5EF4-FFF2-40B4-BE49-F238E27FC236}">
                  <a16:creationId xmlns:a16="http://schemas.microsoft.com/office/drawing/2014/main" id="{685859D3-DB6F-F789-38B1-4E5DC5EF1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5022" name="Text Box 16">
              <a:extLst>
                <a:ext uri="{FF2B5EF4-FFF2-40B4-BE49-F238E27FC236}">
                  <a16:creationId xmlns:a16="http://schemas.microsoft.com/office/drawing/2014/main" id="{AE6E608B-9492-0C7D-E2E7-676337912F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5023" name="Text Box 17">
              <a:extLst>
                <a:ext uri="{FF2B5EF4-FFF2-40B4-BE49-F238E27FC236}">
                  <a16:creationId xmlns:a16="http://schemas.microsoft.com/office/drawing/2014/main" id="{833060FF-6082-0805-EE6F-6AFF13419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5024" name="Text Box 18">
              <a:extLst>
                <a:ext uri="{FF2B5EF4-FFF2-40B4-BE49-F238E27FC236}">
                  <a16:creationId xmlns:a16="http://schemas.microsoft.com/office/drawing/2014/main" id="{EB331650-DDDE-D270-594D-4C56B3182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5025" name="Text Box 19">
              <a:extLst>
                <a:ext uri="{FF2B5EF4-FFF2-40B4-BE49-F238E27FC236}">
                  <a16:creationId xmlns:a16="http://schemas.microsoft.com/office/drawing/2014/main" id="{8F1CC5BA-DBF1-E63D-10D5-7683A42F2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5026" name="Text Box 20">
              <a:extLst>
                <a:ext uri="{FF2B5EF4-FFF2-40B4-BE49-F238E27FC236}">
                  <a16:creationId xmlns:a16="http://schemas.microsoft.com/office/drawing/2014/main" id="{C88555CD-DA1B-0C3D-54FD-23BF7C21B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5027" name="Text Box 21">
              <a:extLst>
                <a:ext uri="{FF2B5EF4-FFF2-40B4-BE49-F238E27FC236}">
                  <a16:creationId xmlns:a16="http://schemas.microsoft.com/office/drawing/2014/main" id="{4B13A0A9-D703-DE41-D39B-ADF9DA74C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4996" name="Group 22">
            <a:extLst>
              <a:ext uri="{FF2B5EF4-FFF2-40B4-BE49-F238E27FC236}">
                <a16:creationId xmlns:a16="http://schemas.microsoft.com/office/drawing/2014/main" id="{5631F366-8D6B-D761-3095-8697F654E6B4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62375" cy="3276600"/>
            <a:chOff x="2429" y="1344"/>
            <a:chExt cx="2370" cy="2064"/>
          </a:xfrm>
        </p:grpSpPr>
        <p:grpSp>
          <p:nvGrpSpPr>
            <p:cNvPr id="85008" name="Group 23">
              <a:extLst>
                <a:ext uri="{FF2B5EF4-FFF2-40B4-BE49-F238E27FC236}">
                  <a16:creationId xmlns:a16="http://schemas.microsoft.com/office/drawing/2014/main" id="{B3A8BC64-277B-533F-6B55-3314FCB1E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0" cy="2064"/>
              <a:chOff x="2429" y="1344"/>
              <a:chExt cx="2370" cy="2064"/>
            </a:xfrm>
          </p:grpSpPr>
          <p:sp>
            <p:nvSpPr>
              <p:cNvPr id="85015" name="Text Box 24">
                <a:extLst>
                  <a:ext uri="{FF2B5EF4-FFF2-40B4-BE49-F238E27FC236}">
                    <a16:creationId xmlns:a16="http://schemas.microsoft.com/office/drawing/2014/main" id="{83A6047E-4DAA-50DB-078E-C43843EAF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5016" name="Text Box 25">
                <a:extLst>
                  <a:ext uri="{FF2B5EF4-FFF2-40B4-BE49-F238E27FC236}">
                    <a16:creationId xmlns:a16="http://schemas.microsoft.com/office/drawing/2014/main" id="{E6172C8B-EEF6-B6E8-E0F4-8BE3E28DF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,2,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  <p:sp>
            <p:nvSpPr>
              <p:cNvPr id="85017" name="Text Box 26">
                <a:extLst>
                  <a:ext uri="{FF2B5EF4-FFF2-40B4-BE49-F238E27FC236}">
                    <a16:creationId xmlns:a16="http://schemas.microsoft.com/office/drawing/2014/main" id="{7509DF55-2D69-6CF8-12BD-16F34B1E4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5018" name="Text Box 27">
                <a:extLst>
                  <a:ext uri="{FF2B5EF4-FFF2-40B4-BE49-F238E27FC236}">
                    <a16:creationId xmlns:a16="http://schemas.microsoft.com/office/drawing/2014/main" id="{8917B7F5-5FB5-389F-01BF-03A26113B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85009" name="Line 28">
              <a:extLst>
                <a:ext uri="{FF2B5EF4-FFF2-40B4-BE49-F238E27FC236}">
                  <a16:creationId xmlns:a16="http://schemas.microsoft.com/office/drawing/2014/main" id="{30F4572E-C9B7-C21E-9001-620669325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10" name="Line 29">
              <a:extLst>
                <a:ext uri="{FF2B5EF4-FFF2-40B4-BE49-F238E27FC236}">
                  <a16:creationId xmlns:a16="http://schemas.microsoft.com/office/drawing/2014/main" id="{15FBB118-1086-3E2C-6BF6-550F7FE04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11" name="Line 30">
              <a:extLst>
                <a:ext uri="{FF2B5EF4-FFF2-40B4-BE49-F238E27FC236}">
                  <a16:creationId xmlns:a16="http://schemas.microsoft.com/office/drawing/2014/main" id="{B519FA8E-7569-779F-6E65-72E3EA7FF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12" name="Line 31">
              <a:extLst>
                <a:ext uri="{FF2B5EF4-FFF2-40B4-BE49-F238E27FC236}">
                  <a16:creationId xmlns:a16="http://schemas.microsoft.com/office/drawing/2014/main" id="{8C840CB3-3325-1902-EC6A-FDA42B91C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13" name="Line 32">
              <a:extLst>
                <a:ext uri="{FF2B5EF4-FFF2-40B4-BE49-F238E27FC236}">
                  <a16:creationId xmlns:a16="http://schemas.microsoft.com/office/drawing/2014/main" id="{B393DE92-D01A-8649-E703-38CB16160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5014" name="Line 33">
              <a:extLst>
                <a:ext uri="{FF2B5EF4-FFF2-40B4-BE49-F238E27FC236}">
                  <a16:creationId xmlns:a16="http://schemas.microsoft.com/office/drawing/2014/main" id="{84F575A8-8EF3-146F-D85D-83F38426A0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4997" name="AutoShape 34">
            <a:extLst>
              <a:ext uri="{FF2B5EF4-FFF2-40B4-BE49-F238E27FC236}">
                <a16:creationId xmlns:a16="http://schemas.microsoft.com/office/drawing/2014/main" id="{494EC8A6-238E-27A3-DFCF-9D3DD4433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4998" name="Oval 35">
            <a:extLst>
              <a:ext uri="{FF2B5EF4-FFF2-40B4-BE49-F238E27FC236}">
                <a16:creationId xmlns:a16="http://schemas.microsoft.com/office/drawing/2014/main" id="{36AB9719-4CB8-9014-6D8F-D3676E7D1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4999" name="Oval 36">
            <a:extLst>
              <a:ext uri="{FF2B5EF4-FFF2-40B4-BE49-F238E27FC236}">
                <a16:creationId xmlns:a16="http://schemas.microsoft.com/office/drawing/2014/main" id="{59953B64-7307-A740-129C-C63F5F469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0" name="Oval 37">
            <a:extLst>
              <a:ext uri="{FF2B5EF4-FFF2-40B4-BE49-F238E27FC236}">
                <a16:creationId xmlns:a16="http://schemas.microsoft.com/office/drawing/2014/main" id="{24F2E7DA-65BC-A756-8845-B66F5CF6E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1" name="Oval 38">
            <a:extLst>
              <a:ext uri="{FF2B5EF4-FFF2-40B4-BE49-F238E27FC236}">
                <a16:creationId xmlns:a16="http://schemas.microsoft.com/office/drawing/2014/main" id="{11FA8949-EF26-CA24-0F2D-566027AEE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2" name="Oval 39">
            <a:extLst>
              <a:ext uri="{FF2B5EF4-FFF2-40B4-BE49-F238E27FC236}">
                <a16:creationId xmlns:a16="http://schemas.microsoft.com/office/drawing/2014/main" id="{E007A06D-6293-4FB0-8B84-10682ED89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3" name="Oval 40">
            <a:extLst>
              <a:ext uri="{FF2B5EF4-FFF2-40B4-BE49-F238E27FC236}">
                <a16:creationId xmlns:a16="http://schemas.microsoft.com/office/drawing/2014/main" id="{BB957C71-99D0-ADE1-F1BC-F776F3108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4" name="AutoShape 41">
            <a:extLst>
              <a:ext uri="{FF2B5EF4-FFF2-40B4-BE49-F238E27FC236}">
                <a16:creationId xmlns:a16="http://schemas.microsoft.com/office/drawing/2014/main" id="{64C6535B-59B3-4966-1480-AB1681D28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5" name="Oval 42">
            <a:extLst>
              <a:ext uri="{FF2B5EF4-FFF2-40B4-BE49-F238E27FC236}">
                <a16:creationId xmlns:a16="http://schemas.microsoft.com/office/drawing/2014/main" id="{F1D8373C-427C-424E-C38A-B368A6AB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6" name="Oval 43">
            <a:extLst>
              <a:ext uri="{FF2B5EF4-FFF2-40B4-BE49-F238E27FC236}">
                <a16:creationId xmlns:a16="http://schemas.microsoft.com/office/drawing/2014/main" id="{D682EEAF-6B8F-DD1A-9530-0C8C5ED7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5007" name="Oval 44">
            <a:extLst>
              <a:ext uri="{FF2B5EF4-FFF2-40B4-BE49-F238E27FC236}">
                <a16:creationId xmlns:a16="http://schemas.microsoft.com/office/drawing/2014/main" id="{35581E61-3A3C-9B5B-C52B-0417D732B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CC6CEA9-8322-636E-1FA4-EBF1FF064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6019" name="Group 3">
            <a:extLst>
              <a:ext uri="{FF2B5EF4-FFF2-40B4-BE49-F238E27FC236}">
                <a16:creationId xmlns:a16="http://schemas.microsoft.com/office/drawing/2014/main" id="{F1219DDD-8F3B-DFD3-F7CD-B9E0E7E38E3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6044" name="Group 4">
              <a:extLst>
                <a:ext uri="{FF2B5EF4-FFF2-40B4-BE49-F238E27FC236}">
                  <a16:creationId xmlns:a16="http://schemas.microsoft.com/office/drawing/2014/main" id="{F3CDA746-D9DC-4B3C-BFCB-3A33D9FA9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6053" name="Rectangle 5">
                <a:extLst>
                  <a:ext uri="{FF2B5EF4-FFF2-40B4-BE49-F238E27FC236}">
                    <a16:creationId xmlns:a16="http://schemas.microsoft.com/office/drawing/2014/main" id="{6980216A-6B1E-B5C7-B9EA-E1A2CAF2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4" name="Rectangle 6">
                <a:extLst>
                  <a:ext uri="{FF2B5EF4-FFF2-40B4-BE49-F238E27FC236}">
                    <a16:creationId xmlns:a16="http://schemas.microsoft.com/office/drawing/2014/main" id="{914BED28-B44D-879A-AFE5-2AB05C01A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5" name="Rectangle 7">
                <a:extLst>
                  <a:ext uri="{FF2B5EF4-FFF2-40B4-BE49-F238E27FC236}">
                    <a16:creationId xmlns:a16="http://schemas.microsoft.com/office/drawing/2014/main" id="{C2465B0A-F7EB-47A6-5A25-2FF158B65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6" name="Rectangle 8">
                <a:extLst>
                  <a:ext uri="{FF2B5EF4-FFF2-40B4-BE49-F238E27FC236}">
                    <a16:creationId xmlns:a16="http://schemas.microsoft.com/office/drawing/2014/main" id="{6E31DC13-EEAC-CEBD-5F16-AA8501D71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7" name="Rectangle 9">
                <a:extLst>
                  <a:ext uri="{FF2B5EF4-FFF2-40B4-BE49-F238E27FC236}">
                    <a16:creationId xmlns:a16="http://schemas.microsoft.com/office/drawing/2014/main" id="{B3DA2DAD-DB08-4A90-A0EE-FEE978FE6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8" name="Rectangle 10">
                <a:extLst>
                  <a:ext uri="{FF2B5EF4-FFF2-40B4-BE49-F238E27FC236}">
                    <a16:creationId xmlns:a16="http://schemas.microsoft.com/office/drawing/2014/main" id="{6EFB0895-C90E-EADD-AFA3-E9B273220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59" name="Rectangle 11">
                <a:extLst>
                  <a:ext uri="{FF2B5EF4-FFF2-40B4-BE49-F238E27FC236}">
                    <a16:creationId xmlns:a16="http://schemas.microsoft.com/office/drawing/2014/main" id="{12DDECE0-C4A6-FAED-9409-1D8D1FE2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60" name="Rectangle 12">
                <a:extLst>
                  <a:ext uri="{FF2B5EF4-FFF2-40B4-BE49-F238E27FC236}">
                    <a16:creationId xmlns:a16="http://schemas.microsoft.com/office/drawing/2014/main" id="{F8B557F0-D085-E3B9-5273-D3ADFEC71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61" name="Rectangle 13">
                <a:extLst>
                  <a:ext uri="{FF2B5EF4-FFF2-40B4-BE49-F238E27FC236}">
                    <a16:creationId xmlns:a16="http://schemas.microsoft.com/office/drawing/2014/main" id="{5D529E68-45D1-F99A-D13E-CE085D282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6045" name="Text Box 14">
              <a:extLst>
                <a:ext uri="{FF2B5EF4-FFF2-40B4-BE49-F238E27FC236}">
                  <a16:creationId xmlns:a16="http://schemas.microsoft.com/office/drawing/2014/main" id="{8B084C48-015B-67DE-CE66-BE7F426AC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6046" name="Text Box 15">
              <a:extLst>
                <a:ext uri="{FF2B5EF4-FFF2-40B4-BE49-F238E27FC236}">
                  <a16:creationId xmlns:a16="http://schemas.microsoft.com/office/drawing/2014/main" id="{FDAE9721-F3C8-A214-72B0-BB78E3AE3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6047" name="Text Box 16">
              <a:extLst>
                <a:ext uri="{FF2B5EF4-FFF2-40B4-BE49-F238E27FC236}">
                  <a16:creationId xmlns:a16="http://schemas.microsoft.com/office/drawing/2014/main" id="{0256565D-7B51-A286-6A3E-F2DA4DDBB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6048" name="Text Box 17">
              <a:extLst>
                <a:ext uri="{FF2B5EF4-FFF2-40B4-BE49-F238E27FC236}">
                  <a16:creationId xmlns:a16="http://schemas.microsoft.com/office/drawing/2014/main" id="{44594048-53AD-202C-94CD-FBCCB51F8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6049" name="Text Box 18">
              <a:extLst>
                <a:ext uri="{FF2B5EF4-FFF2-40B4-BE49-F238E27FC236}">
                  <a16:creationId xmlns:a16="http://schemas.microsoft.com/office/drawing/2014/main" id="{97C1C6BD-9A37-ED22-4D36-7A2ED31FC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6050" name="Text Box 19">
              <a:extLst>
                <a:ext uri="{FF2B5EF4-FFF2-40B4-BE49-F238E27FC236}">
                  <a16:creationId xmlns:a16="http://schemas.microsoft.com/office/drawing/2014/main" id="{B9205C59-B42A-ACBC-DB74-7F71051B7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6051" name="Text Box 20">
              <a:extLst>
                <a:ext uri="{FF2B5EF4-FFF2-40B4-BE49-F238E27FC236}">
                  <a16:creationId xmlns:a16="http://schemas.microsoft.com/office/drawing/2014/main" id="{B1E07ECB-B1CC-A625-4D41-83475983D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6052" name="Text Box 21">
              <a:extLst>
                <a:ext uri="{FF2B5EF4-FFF2-40B4-BE49-F238E27FC236}">
                  <a16:creationId xmlns:a16="http://schemas.microsoft.com/office/drawing/2014/main" id="{2EAC9D30-4AED-20FA-F0FC-CB0E0F816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6020" name="Group 22">
            <a:extLst>
              <a:ext uri="{FF2B5EF4-FFF2-40B4-BE49-F238E27FC236}">
                <a16:creationId xmlns:a16="http://schemas.microsoft.com/office/drawing/2014/main" id="{1785F929-FE97-AEC2-EE76-D2575E34642C}"/>
              </a:ext>
            </a:extLst>
          </p:cNvPr>
          <p:cNvGrpSpPr>
            <a:grpSpLocks/>
          </p:cNvGrpSpPr>
          <p:nvPr/>
        </p:nvGrpSpPr>
        <p:grpSpPr bwMode="auto">
          <a:xfrm>
            <a:off x="4216400" y="2133600"/>
            <a:ext cx="3787775" cy="3276600"/>
            <a:chOff x="2413" y="1344"/>
            <a:chExt cx="2386" cy="2064"/>
          </a:xfrm>
        </p:grpSpPr>
        <p:grpSp>
          <p:nvGrpSpPr>
            <p:cNvPr id="86033" name="Group 23">
              <a:extLst>
                <a:ext uri="{FF2B5EF4-FFF2-40B4-BE49-F238E27FC236}">
                  <a16:creationId xmlns:a16="http://schemas.microsoft.com/office/drawing/2014/main" id="{44CB8D3A-7D4E-D10E-68CF-EDF88ABE4C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3" y="1344"/>
              <a:ext cx="2386" cy="2064"/>
              <a:chOff x="2413" y="1344"/>
              <a:chExt cx="2386" cy="2064"/>
            </a:xfrm>
          </p:grpSpPr>
          <p:sp>
            <p:nvSpPr>
              <p:cNvPr id="86040" name="Text Box 24">
                <a:extLst>
                  <a:ext uri="{FF2B5EF4-FFF2-40B4-BE49-F238E27FC236}">
                    <a16:creationId xmlns:a16="http://schemas.microsoft.com/office/drawing/2014/main" id="{18B120CE-7BA4-ECC4-B1DE-0B8CD95A8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6041" name="Text Box 25">
                <a:extLst>
                  <a:ext uri="{FF2B5EF4-FFF2-40B4-BE49-F238E27FC236}">
                    <a16:creationId xmlns:a16="http://schemas.microsoft.com/office/drawing/2014/main" id="{7367D8B6-CDDA-20D9-5B2D-F808D9917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3" y="2880"/>
                <a:ext cx="96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6042" name="Text Box 26">
                <a:extLst>
                  <a:ext uri="{FF2B5EF4-FFF2-40B4-BE49-F238E27FC236}">
                    <a16:creationId xmlns:a16="http://schemas.microsoft.com/office/drawing/2014/main" id="{E06D2078-DE14-A051-D4F1-602DC75D2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2880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,2, 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6043" name="Text Box 27">
                <a:extLst>
                  <a:ext uri="{FF2B5EF4-FFF2-40B4-BE49-F238E27FC236}">
                    <a16:creationId xmlns:a16="http://schemas.microsoft.com/office/drawing/2014/main" id="{644DADF8-64FF-1069-9EF2-B098C9F4BF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1344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86034" name="Line 28">
              <a:extLst>
                <a:ext uri="{FF2B5EF4-FFF2-40B4-BE49-F238E27FC236}">
                  <a16:creationId xmlns:a16="http://schemas.microsoft.com/office/drawing/2014/main" id="{25820421-9457-1D24-28BB-002D38CC0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5" name="Line 29">
              <a:extLst>
                <a:ext uri="{FF2B5EF4-FFF2-40B4-BE49-F238E27FC236}">
                  <a16:creationId xmlns:a16="http://schemas.microsoft.com/office/drawing/2014/main" id="{A39BB299-46FA-1F8C-3AE4-E147236A3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6" name="Line 30">
              <a:extLst>
                <a:ext uri="{FF2B5EF4-FFF2-40B4-BE49-F238E27FC236}">
                  <a16:creationId xmlns:a16="http://schemas.microsoft.com/office/drawing/2014/main" id="{C71A6F51-F800-AE60-A6B7-767DB8FA8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7" name="Line 31">
              <a:extLst>
                <a:ext uri="{FF2B5EF4-FFF2-40B4-BE49-F238E27FC236}">
                  <a16:creationId xmlns:a16="http://schemas.microsoft.com/office/drawing/2014/main" id="{AD13B5D7-89CD-3862-EBA3-2E64E7204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8" name="Line 32">
              <a:extLst>
                <a:ext uri="{FF2B5EF4-FFF2-40B4-BE49-F238E27FC236}">
                  <a16:creationId xmlns:a16="http://schemas.microsoft.com/office/drawing/2014/main" id="{1FB4B9B9-D241-66CC-9F62-798C84B43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6039" name="Line 33">
              <a:extLst>
                <a:ext uri="{FF2B5EF4-FFF2-40B4-BE49-F238E27FC236}">
                  <a16:creationId xmlns:a16="http://schemas.microsoft.com/office/drawing/2014/main" id="{79B971AD-68B7-6F1D-0913-2760B3C62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6021" name="AutoShape 34">
            <a:extLst>
              <a:ext uri="{FF2B5EF4-FFF2-40B4-BE49-F238E27FC236}">
                <a16:creationId xmlns:a16="http://schemas.microsoft.com/office/drawing/2014/main" id="{84E8B9B3-8949-4793-5037-8EEAA3AB3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2" name="Oval 35">
            <a:extLst>
              <a:ext uri="{FF2B5EF4-FFF2-40B4-BE49-F238E27FC236}">
                <a16:creationId xmlns:a16="http://schemas.microsoft.com/office/drawing/2014/main" id="{5F6BB9B3-0FEF-210B-3548-FDC2B97FE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3" name="Oval 36">
            <a:extLst>
              <a:ext uri="{FF2B5EF4-FFF2-40B4-BE49-F238E27FC236}">
                <a16:creationId xmlns:a16="http://schemas.microsoft.com/office/drawing/2014/main" id="{63BFF35F-69CA-197F-FE76-EC8E29E9F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4" name="Oval 37">
            <a:extLst>
              <a:ext uri="{FF2B5EF4-FFF2-40B4-BE49-F238E27FC236}">
                <a16:creationId xmlns:a16="http://schemas.microsoft.com/office/drawing/2014/main" id="{01097386-89E4-AA0E-8060-CA8F05415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5" name="Oval 38">
            <a:extLst>
              <a:ext uri="{FF2B5EF4-FFF2-40B4-BE49-F238E27FC236}">
                <a16:creationId xmlns:a16="http://schemas.microsoft.com/office/drawing/2014/main" id="{BE2359B3-07BC-B4D5-F203-CDB018BD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6" name="Oval 39">
            <a:extLst>
              <a:ext uri="{FF2B5EF4-FFF2-40B4-BE49-F238E27FC236}">
                <a16:creationId xmlns:a16="http://schemas.microsoft.com/office/drawing/2014/main" id="{1A589A84-778D-0FD6-D6BE-57F4D29F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7" name="Oval 40">
            <a:extLst>
              <a:ext uri="{FF2B5EF4-FFF2-40B4-BE49-F238E27FC236}">
                <a16:creationId xmlns:a16="http://schemas.microsoft.com/office/drawing/2014/main" id="{580ED873-C25F-4AF1-088D-0F9308AF8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8" name="AutoShape 41">
            <a:extLst>
              <a:ext uri="{FF2B5EF4-FFF2-40B4-BE49-F238E27FC236}">
                <a16:creationId xmlns:a16="http://schemas.microsoft.com/office/drawing/2014/main" id="{06345ABB-1EE0-3BF4-B966-D95CD4F34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29" name="Oval 42">
            <a:extLst>
              <a:ext uri="{FF2B5EF4-FFF2-40B4-BE49-F238E27FC236}">
                <a16:creationId xmlns:a16="http://schemas.microsoft.com/office/drawing/2014/main" id="{2B1C7C3F-6603-4D67-7539-132D582BC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30" name="Oval 43">
            <a:extLst>
              <a:ext uri="{FF2B5EF4-FFF2-40B4-BE49-F238E27FC236}">
                <a16:creationId xmlns:a16="http://schemas.microsoft.com/office/drawing/2014/main" id="{252B0004-1426-4D24-60C5-8B952F03C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31" name="Oval 44">
            <a:extLst>
              <a:ext uri="{FF2B5EF4-FFF2-40B4-BE49-F238E27FC236}">
                <a16:creationId xmlns:a16="http://schemas.microsoft.com/office/drawing/2014/main" id="{74DEF990-DB28-A067-7840-B547FF7C3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6032" name="Text Box 45">
            <a:extLst>
              <a:ext uri="{FF2B5EF4-FFF2-40B4-BE49-F238E27FC236}">
                <a16:creationId xmlns:a16="http://schemas.microsoft.com/office/drawing/2014/main" id="{904240B7-2523-92A1-4DDA-7CABEEFE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Dead End </a:t>
            </a:r>
            <a:r>
              <a:rPr lang="en-US" altLang="en-US" sz="2400">
                <a:latin typeface="Times New Roman" panose="02020603050405020304" pitchFamily="18" charset="0"/>
              </a:rPr>
              <a:t>→</a:t>
            </a:r>
            <a:r>
              <a:rPr lang="en-US" altLang="en-US" b="1"/>
              <a:t> Backtrack</a:t>
            </a:r>
            <a:endParaRPr lang="en-GB" altLang="en-US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79B21F8-0D79-94EE-61AF-EE32B0098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7043" name="Group 3">
            <a:extLst>
              <a:ext uri="{FF2B5EF4-FFF2-40B4-BE49-F238E27FC236}">
                <a16:creationId xmlns:a16="http://schemas.microsoft.com/office/drawing/2014/main" id="{FC841A50-ACA9-DB0F-85A1-976B082D175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7066" name="Group 4">
              <a:extLst>
                <a:ext uri="{FF2B5EF4-FFF2-40B4-BE49-F238E27FC236}">
                  <a16:creationId xmlns:a16="http://schemas.microsoft.com/office/drawing/2014/main" id="{34021696-57E0-75FA-1F0B-F09613CAD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7075" name="Rectangle 5">
                <a:extLst>
                  <a:ext uri="{FF2B5EF4-FFF2-40B4-BE49-F238E27FC236}">
                    <a16:creationId xmlns:a16="http://schemas.microsoft.com/office/drawing/2014/main" id="{31A3DD6F-0730-AB1E-9267-91C863410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76" name="Rectangle 6">
                <a:extLst>
                  <a:ext uri="{FF2B5EF4-FFF2-40B4-BE49-F238E27FC236}">
                    <a16:creationId xmlns:a16="http://schemas.microsoft.com/office/drawing/2014/main" id="{FB20F0EA-F7D5-A579-802A-9347F28C2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77" name="Rectangle 7">
                <a:extLst>
                  <a:ext uri="{FF2B5EF4-FFF2-40B4-BE49-F238E27FC236}">
                    <a16:creationId xmlns:a16="http://schemas.microsoft.com/office/drawing/2014/main" id="{7B3C257A-7479-9559-83BD-F7747A145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78" name="Rectangle 8">
                <a:extLst>
                  <a:ext uri="{FF2B5EF4-FFF2-40B4-BE49-F238E27FC236}">
                    <a16:creationId xmlns:a16="http://schemas.microsoft.com/office/drawing/2014/main" id="{5665F03C-3302-1247-B413-56544E9EC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79" name="Rectangle 9">
                <a:extLst>
                  <a:ext uri="{FF2B5EF4-FFF2-40B4-BE49-F238E27FC236}">
                    <a16:creationId xmlns:a16="http://schemas.microsoft.com/office/drawing/2014/main" id="{34BEED33-EF8B-0595-BFDD-1F13878DE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80" name="Rectangle 10">
                <a:extLst>
                  <a:ext uri="{FF2B5EF4-FFF2-40B4-BE49-F238E27FC236}">
                    <a16:creationId xmlns:a16="http://schemas.microsoft.com/office/drawing/2014/main" id="{6F641B6E-9877-E7C2-1140-2B6FBDAD0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81" name="Rectangle 11">
                <a:extLst>
                  <a:ext uri="{FF2B5EF4-FFF2-40B4-BE49-F238E27FC236}">
                    <a16:creationId xmlns:a16="http://schemas.microsoft.com/office/drawing/2014/main" id="{8DBFF515-A556-05FC-9518-B05353523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82" name="Rectangle 12">
                <a:extLst>
                  <a:ext uri="{FF2B5EF4-FFF2-40B4-BE49-F238E27FC236}">
                    <a16:creationId xmlns:a16="http://schemas.microsoft.com/office/drawing/2014/main" id="{95FE2EDC-2AB7-ABF5-C5DE-E36A685EA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7083" name="Rectangle 13">
                <a:extLst>
                  <a:ext uri="{FF2B5EF4-FFF2-40B4-BE49-F238E27FC236}">
                    <a16:creationId xmlns:a16="http://schemas.microsoft.com/office/drawing/2014/main" id="{5224A7BE-4BC6-7B8F-4758-1D02517BD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7067" name="Text Box 14">
              <a:extLst>
                <a:ext uri="{FF2B5EF4-FFF2-40B4-BE49-F238E27FC236}">
                  <a16:creationId xmlns:a16="http://schemas.microsoft.com/office/drawing/2014/main" id="{E048CA40-7D92-D8DB-D83E-792C3F16E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7068" name="Text Box 15">
              <a:extLst>
                <a:ext uri="{FF2B5EF4-FFF2-40B4-BE49-F238E27FC236}">
                  <a16:creationId xmlns:a16="http://schemas.microsoft.com/office/drawing/2014/main" id="{F67D3E3F-2FF3-42A2-CF7C-325A32DC4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7069" name="Text Box 16">
              <a:extLst>
                <a:ext uri="{FF2B5EF4-FFF2-40B4-BE49-F238E27FC236}">
                  <a16:creationId xmlns:a16="http://schemas.microsoft.com/office/drawing/2014/main" id="{3EEB91D7-F19F-5AC9-CE85-652E07D31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7070" name="Text Box 17">
              <a:extLst>
                <a:ext uri="{FF2B5EF4-FFF2-40B4-BE49-F238E27FC236}">
                  <a16:creationId xmlns:a16="http://schemas.microsoft.com/office/drawing/2014/main" id="{12E39540-BF0C-528C-46F2-CB3B363E6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7071" name="Text Box 18">
              <a:extLst>
                <a:ext uri="{FF2B5EF4-FFF2-40B4-BE49-F238E27FC236}">
                  <a16:creationId xmlns:a16="http://schemas.microsoft.com/office/drawing/2014/main" id="{A4A2B49C-AFCC-5469-FA1E-D0F21FE45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7072" name="Text Box 19">
              <a:extLst>
                <a:ext uri="{FF2B5EF4-FFF2-40B4-BE49-F238E27FC236}">
                  <a16:creationId xmlns:a16="http://schemas.microsoft.com/office/drawing/2014/main" id="{850F0AA9-AFC3-C220-3FAB-298AEEFCE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7073" name="Text Box 20">
              <a:extLst>
                <a:ext uri="{FF2B5EF4-FFF2-40B4-BE49-F238E27FC236}">
                  <a16:creationId xmlns:a16="http://schemas.microsoft.com/office/drawing/2014/main" id="{905F14DD-0469-DDC2-3D28-3762FB839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7074" name="Text Box 21">
              <a:extLst>
                <a:ext uri="{FF2B5EF4-FFF2-40B4-BE49-F238E27FC236}">
                  <a16:creationId xmlns:a16="http://schemas.microsoft.com/office/drawing/2014/main" id="{E9A6C66D-7A78-FF2E-E0A7-F024B443A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7044" name="Group 22">
            <a:extLst>
              <a:ext uri="{FF2B5EF4-FFF2-40B4-BE49-F238E27FC236}">
                <a16:creationId xmlns:a16="http://schemas.microsoft.com/office/drawing/2014/main" id="{910059DB-ECE4-7934-7E15-DE29724CA624}"/>
              </a:ext>
            </a:extLst>
          </p:cNvPr>
          <p:cNvGrpSpPr>
            <a:grpSpLocks/>
          </p:cNvGrpSpPr>
          <p:nvPr/>
        </p:nvGrpSpPr>
        <p:grpSpPr bwMode="auto">
          <a:xfrm>
            <a:off x="4133850" y="2133600"/>
            <a:ext cx="3833813" cy="3270250"/>
            <a:chOff x="2361" y="1344"/>
            <a:chExt cx="2415" cy="2060"/>
          </a:xfrm>
        </p:grpSpPr>
        <p:grpSp>
          <p:nvGrpSpPr>
            <p:cNvPr id="87055" name="Group 23">
              <a:extLst>
                <a:ext uri="{FF2B5EF4-FFF2-40B4-BE49-F238E27FC236}">
                  <a16:creationId xmlns:a16="http://schemas.microsoft.com/office/drawing/2014/main" id="{925C914D-EEC8-3CC1-031B-8FB9B83358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1" y="1344"/>
              <a:ext cx="2415" cy="2060"/>
              <a:chOff x="2361" y="1344"/>
              <a:chExt cx="2415" cy="2060"/>
            </a:xfrm>
          </p:grpSpPr>
          <p:sp>
            <p:nvSpPr>
              <p:cNvPr id="87062" name="Text Box 24">
                <a:extLst>
                  <a:ext uri="{FF2B5EF4-FFF2-40B4-BE49-F238E27FC236}">
                    <a16:creationId xmlns:a16="http://schemas.microsoft.com/office/drawing/2014/main" id="{1D879FBC-5B5E-26F8-C196-196FE6E97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7063" name="Text Box 25">
                <a:extLst>
                  <a:ext uri="{FF2B5EF4-FFF2-40B4-BE49-F238E27FC236}">
                    <a16:creationId xmlns:a16="http://schemas.microsoft.com/office/drawing/2014/main" id="{ABFD8371-F0D5-C704-B37B-F4370238A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2880"/>
                <a:ext cx="106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2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7064" name="Text Box 26">
                <a:extLst>
                  <a:ext uri="{FF2B5EF4-FFF2-40B4-BE49-F238E27FC236}">
                    <a16:creationId xmlns:a16="http://schemas.microsoft.com/office/drawing/2014/main" id="{55C80F3E-0531-1BB3-B7BD-6E49A734E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2880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,3,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7065" name="Text Box 27">
                <a:extLst>
                  <a:ext uri="{FF2B5EF4-FFF2-40B4-BE49-F238E27FC236}">
                    <a16:creationId xmlns:a16="http://schemas.microsoft.com/office/drawing/2014/main" id="{F7EC770D-5D7C-B827-D743-A97F9096E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1" y="1344"/>
                <a:ext cx="88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 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87056" name="Line 28">
              <a:extLst>
                <a:ext uri="{FF2B5EF4-FFF2-40B4-BE49-F238E27FC236}">
                  <a16:creationId xmlns:a16="http://schemas.microsoft.com/office/drawing/2014/main" id="{E590E3D4-EE52-8D76-1BB5-45D58AEA6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7" name="Line 29">
              <a:extLst>
                <a:ext uri="{FF2B5EF4-FFF2-40B4-BE49-F238E27FC236}">
                  <a16:creationId xmlns:a16="http://schemas.microsoft.com/office/drawing/2014/main" id="{9CCDD9CE-E54D-3911-A218-378A3019A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8" name="Line 30">
              <a:extLst>
                <a:ext uri="{FF2B5EF4-FFF2-40B4-BE49-F238E27FC236}">
                  <a16:creationId xmlns:a16="http://schemas.microsoft.com/office/drawing/2014/main" id="{0C01D6A6-5B6A-902B-8E55-A1F1BC505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59" name="Line 31">
              <a:extLst>
                <a:ext uri="{FF2B5EF4-FFF2-40B4-BE49-F238E27FC236}">
                  <a16:creationId xmlns:a16="http://schemas.microsoft.com/office/drawing/2014/main" id="{E658B6F5-A365-0249-AEAE-29DEB745B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60" name="Line 32">
              <a:extLst>
                <a:ext uri="{FF2B5EF4-FFF2-40B4-BE49-F238E27FC236}">
                  <a16:creationId xmlns:a16="http://schemas.microsoft.com/office/drawing/2014/main" id="{BA307953-BD12-A807-4CB8-FC991E4F25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7061" name="Line 33">
              <a:extLst>
                <a:ext uri="{FF2B5EF4-FFF2-40B4-BE49-F238E27FC236}">
                  <a16:creationId xmlns:a16="http://schemas.microsoft.com/office/drawing/2014/main" id="{840D5472-0620-58E6-993A-902681380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7045" name="AutoShape 34">
            <a:extLst>
              <a:ext uri="{FF2B5EF4-FFF2-40B4-BE49-F238E27FC236}">
                <a16:creationId xmlns:a16="http://schemas.microsoft.com/office/drawing/2014/main" id="{B608B412-8027-1FEC-DCF7-81B08530A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46" name="Oval 35">
            <a:extLst>
              <a:ext uri="{FF2B5EF4-FFF2-40B4-BE49-F238E27FC236}">
                <a16:creationId xmlns:a16="http://schemas.microsoft.com/office/drawing/2014/main" id="{F44F89B0-8C35-8E9E-6CB8-7E9E59295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47" name="Oval 36">
            <a:extLst>
              <a:ext uri="{FF2B5EF4-FFF2-40B4-BE49-F238E27FC236}">
                <a16:creationId xmlns:a16="http://schemas.microsoft.com/office/drawing/2014/main" id="{AFC71493-3991-F0FA-05E6-0AA7E187F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48" name="Oval 37">
            <a:extLst>
              <a:ext uri="{FF2B5EF4-FFF2-40B4-BE49-F238E27FC236}">
                <a16:creationId xmlns:a16="http://schemas.microsoft.com/office/drawing/2014/main" id="{A8A98363-6CBC-6C74-7609-C45485D3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49" name="Oval 38">
            <a:extLst>
              <a:ext uri="{FF2B5EF4-FFF2-40B4-BE49-F238E27FC236}">
                <a16:creationId xmlns:a16="http://schemas.microsoft.com/office/drawing/2014/main" id="{241DED8B-F7E8-9770-0057-EC58A148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50" name="Oval 39">
            <a:extLst>
              <a:ext uri="{FF2B5EF4-FFF2-40B4-BE49-F238E27FC236}">
                <a16:creationId xmlns:a16="http://schemas.microsoft.com/office/drawing/2014/main" id="{830635DE-22B9-99FE-CBD3-58AB75C1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51" name="Oval 40">
            <a:extLst>
              <a:ext uri="{FF2B5EF4-FFF2-40B4-BE49-F238E27FC236}">
                <a16:creationId xmlns:a16="http://schemas.microsoft.com/office/drawing/2014/main" id="{86012159-8B66-C3A5-6EAD-5FD8A3413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52" name="AutoShape 41">
            <a:extLst>
              <a:ext uri="{FF2B5EF4-FFF2-40B4-BE49-F238E27FC236}">
                <a16:creationId xmlns:a16="http://schemas.microsoft.com/office/drawing/2014/main" id="{05A2A8A2-14E0-963E-783F-E8B531163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53" name="Oval 42">
            <a:extLst>
              <a:ext uri="{FF2B5EF4-FFF2-40B4-BE49-F238E27FC236}">
                <a16:creationId xmlns:a16="http://schemas.microsoft.com/office/drawing/2014/main" id="{9755DA49-E9EE-1095-CF0D-483740772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7054" name="Oval 44">
            <a:extLst>
              <a:ext uri="{FF2B5EF4-FFF2-40B4-BE49-F238E27FC236}">
                <a16:creationId xmlns:a16="http://schemas.microsoft.com/office/drawing/2014/main" id="{A097F029-954C-CB03-E542-CD2450468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9E488E6-4925-7875-12DF-1A44935F1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8067" name="Group 3">
            <a:extLst>
              <a:ext uri="{FF2B5EF4-FFF2-40B4-BE49-F238E27FC236}">
                <a16:creationId xmlns:a16="http://schemas.microsoft.com/office/drawing/2014/main" id="{528B6DCD-EF9D-5793-D163-9D959057C36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8093" name="Group 4">
              <a:extLst>
                <a:ext uri="{FF2B5EF4-FFF2-40B4-BE49-F238E27FC236}">
                  <a16:creationId xmlns:a16="http://schemas.microsoft.com/office/drawing/2014/main" id="{DCBE35D5-3729-9B2E-C4D3-99CB1268B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8102" name="Rectangle 5">
                <a:extLst>
                  <a:ext uri="{FF2B5EF4-FFF2-40B4-BE49-F238E27FC236}">
                    <a16:creationId xmlns:a16="http://schemas.microsoft.com/office/drawing/2014/main" id="{88BAF862-166F-C73A-DE01-AF10C5AE5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3" name="Rectangle 6">
                <a:extLst>
                  <a:ext uri="{FF2B5EF4-FFF2-40B4-BE49-F238E27FC236}">
                    <a16:creationId xmlns:a16="http://schemas.microsoft.com/office/drawing/2014/main" id="{76B3F3EE-4FBF-A3CE-2A97-9A2A3BCAE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4" name="Rectangle 7">
                <a:extLst>
                  <a:ext uri="{FF2B5EF4-FFF2-40B4-BE49-F238E27FC236}">
                    <a16:creationId xmlns:a16="http://schemas.microsoft.com/office/drawing/2014/main" id="{2A6504C8-1E0B-57C7-21D5-9DF126D62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5" name="Rectangle 8">
                <a:extLst>
                  <a:ext uri="{FF2B5EF4-FFF2-40B4-BE49-F238E27FC236}">
                    <a16:creationId xmlns:a16="http://schemas.microsoft.com/office/drawing/2014/main" id="{15719259-614F-BA7C-D324-0B167DF7B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6" name="Rectangle 9">
                <a:extLst>
                  <a:ext uri="{FF2B5EF4-FFF2-40B4-BE49-F238E27FC236}">
                    <a16:creationId xmlns:a16="http://schemas.microsoft.com/office/drawing/2014/main" id="{4A287299-3D4C-856F-E8F0-7E5A5E257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7" name="Rectangle 10">
                <a:extLst>
                  <a:ext uri="{FF2B5EF4-FFF2-40B4-BE49-F238E27FC236}">
                    <a16:creationId xmlns:a16="http://schemas.microsoft.com/office/drawing/2014/main" id="{0F270329-A338-DA94-3E7D-0FF7E3CB1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8" name="Rectangle 11">
                <a:extLst>
                  <a:ext uri="{FF2B5EF4-FFF2-40B4-BE49-F238E27FC236}">
                    <a16:creationId xmlns:a16="http://schemas.microsoft.com/office/drawing/2014/main" id="{7821A93B-2BF4-5A69-29CE-7DA4DA33D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09" name="Rectangle 12">
                <a:extLst>
                  <a:ext uri="{FF2B5EF4-FFF2-40B4-BE49-F238E27FC236}">
                    <a16:creationId xmlns:a16="http://schemas.microsoft.com/office/drawing/2014/main" id="{E3C9076B-D01E-8ED4-45B6-73F2C1464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8110" name="Rectangle 13">
                <a:extLst>
                  <a:ext uri="{FF2B5EF4-FFF2-40B4-BE49-F238E27FC236}">
                    <a16:creationId xmlns:a16="http://schemas.microsoft.com/office/drawing/2014/main" id="{E00B8650-C0E4-C4AD-CBB4-836DF7920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8094" name="Text Box 14">
              <a:extLst>
                <a:ext uri="{FF2B5EF4-FFF2-40B4-BE49-F238E27FC236}">
                  <a16:creationId xmlns:a16="http://schemas.microsoft.com/office/drawing/2014/main" id="{0723FF0C-B3A6-3705-13B2-A2001363E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8095" name="Text Box 15">
              <a:extLst>
                <a:ext uri="{FF2B5EF4-FFF2-40B4-BE49-F238E27FC236}">
                  <a16:creationId xmlns:a16="http://schemas.microsoft.com/office/drawing/2014/main" id="{F3C1F435-89FF-50A1-C0F5-053183326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8096" name="Text Box 16">
              <a:extLst>
                <a:ext uri="{FF2B5EF4-FFF2-40B4-BE49-F238E27FC236}">
                  <a16:creationId xmlns:a16="http://schemas.microsoft.com/office/drawing/2014/main" id="{C7934BD2-6591-1133-375E-9C5DAEC54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8097" name="Text Box 17">
              <a:extLst>
                <a:ext uri="{FF2B5EF4-FFF2-40B4-BE49-F238E27FC236}">
                  <a16:creationId xmlns:a16="http://schemas.microsoft.com/office/drawing/2014/main" id="{CF39FA1C-581F-AFC5-917B-CFE690E69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8098" name="Text Box 18">
              <a:extLst>
                <a:ext uri="{FF2B5EF4-FFF2-40B4-BE49-F238E27FC236}">
                  <a16:creationId xmlns:a16="http://schemas.microsoft.com/office/drawing/2014/main" id="{DAA17F66-2580-72C1-8C77-80A9C2FF1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8099" name="Text Box 19">
              <a:extLst>
                <a:ext uri="{FF2B5EF4-FFF2-40B4-BE49-F238E27FC236}">
                  <a16:creationId xmlns:a16="http://schemas.microsoft.com/office/drawing/2014/main" id="{C62D2AFB-911D-0004-3EB1-124C37907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8100" name="Text Box 20">
              <a:extLst>
                <a:ext uri="{FF2B5EF4-FFF2-40B4-BE49-F238E27FC236}">
                  <a16:creationId xmlns:a16="http://schemas.microsoft.com/office/drawing/2014/main" id="{51247477-45C4-BA7E-1CC8-0A72DE8E8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8101" name="Text Box 21">
              <a:extLst>
                <a:ext uri="{FF2B5EF4-FFF2-40B4-BE49-F238E27FC236}">
                  <a16:creationId xmlns:a16="http://schemas.microsoft.com/office/drawing/2014/main" id="{9355792B-B456-D3A2-934E-B0AB90D98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8068" name="Group 22">
            <a:extLst>
              <a:ext uri="{FF2B5EF4-FFF2-40B4-BE49-F238E27FC236}">
                <a16:creationId xmlns:a16="http://schemas.microsoft.com/office/drawing/2014/main" id="{570D6967-5DA3-F879-6E7E-B6C2FE015171}"/>
              </a:ext>
            </a:extLst>
          </p:cNvPr>
          <p:cNvGrpSpPr>
            <a:grpSpLocks/>
          </p:cNvGrpSpPr>
          <p:nvPr/>
        </p:nvGrpSpPr>
        <p:grpSpPr bwMode="auto">
          <a:xfrm>
            <a:off x="4133850" y="2133600"/>
            <a:ext cx="3881438" cy="3270250"/>
            <a:chOff x="2361" y="1344"/>
            <a:chExt cx="2445" cy="2060"/>
          </a:xfrm>
        </p:grpSpPr>
        <p:grpSp>
          <p:nvGrpSpPr>
            <p:cNvPr id="88082" name="Group 23">
              <a:extLst>
                <a:ext uri="{FF2B5EF4-FFF2-40B4-BE49-F238E27FC236}">
                  <a16:creationId xmlns:a16="http://schemas.microsoft.com/office/drawing/2014/main" id="{7FB489E0-DB38-4D37-DD23-E0B49EB008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1" y="1344"/>
              <a:ext cx="2445" cy="2060"/>
              <a:chOff x="2361" y="1344"/>
              <a:chExt cx="2445" cy="2060"/>
            </a:xfrm>
          </p:grpSpPr>
          <p:sp>
            <p:nvSpPr>
              <p:cNvPr id="88089" name="Text Box 24">
                <a:extLst>
                  <a:ext uri="{FF2B5EF4-FFF2-40B4-BE49-F238E27FC236}">
                    <a16:creationId xmlns:a16="http://schemas.microsoft.com/office/drawing/2014/main" id="{38A70318-541B-DA7E-8BA8-353C43605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,2,3,4}</a:t>
                </a:r>
              </a:p>
            </p:txBody>
          </p:sp>
          <p:sp>
            <p:nvSpPr>
              <p:cNvPr id="88090" name="Text Box 25">
                <a:extLst>
                  <a:ext uri="{FF2B5EF4-FFF2-40B4-BE49-F238E27FC236}">
                    <a16:creationId xmlns:a16="http://schemas.microsoft.com/office/drawing/2014/main" id="{C6FB8937-3896-CEA7-660F-21B1214F1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2880"/>
                <a:ext cx="106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8091" name="Text Box 26">
                <a:extLst>
                  <a:ext uri="{FF2B5EF4-FFF2-40B4-BE49-F238E27FC236}">
                    <a16:creationId xmlns:a16="http://schemas.microsoft.com/office/drawing/2014/main" id="{8565DB63-4C6B-33DC-3F4D-FED9C27FC4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3" y="2880"/>
                <a:ext cx="840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 , ,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  <p:sp>
            <p:nvSpPr>
              <p:cNvPr id="88092" name="Text Box 27">
                <a:extLst>
                  <a:ext uri="{FF2B5EF4-FFF2-40B4-BE49-F238E27FC236}">
                    <a16:creationId xmlns:a16="http://schemas.microsoft.com/office/drawing/2014/main" id="{1086ED3C-4B54-6047-BBEC-A99B70460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  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88083" name="Line 28">
              <a:extLst>
                <a:ext uri="{FF2B5EF4-FFF2-40B4-BE49-F238E27FC236}">
                  <a16:creationId xmlns:a16="http://schemas.microsoft.com/office/drawing/2014/main" id="{5F944078-066F-EC91-82B4-5E8D9CD9A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84" name="Line 29">
              <a:extLst>
                <a:ext uri="{FF2B5EF4-FFF2-40B4-BE49-F238E27FC236}">
                  <a16:creationId xmlns:a16="http://schemas.microsoft.com/office/drawing/2014/main" id="{EEC1ABB6-B711-42CC-5897-0CED048A2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85" name="Line 30">
              <a:extLst>
                <a:ext uri="{FF2B5EF4-FFF2-40B4-BE49-F238E27FC236}">
                  <a16:creationId xmlns:a16="http://schemas.microsoft.com/office/drawing/2014/main" id="{3748F1C6-6CA0-6296-E015-74E1406A0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86" name="Line 31">
              <a:extLst>
                <a:ext uri="{FF2B5EF4-FFF2-40B4-BE49-F238E27FC236}">
                  <a16:creationId xmlns:a16="http://schemas.microsoft.com/office/drawing/2014/main" id="{8A2B411E-F4FB-798F-BBC7-0C15AD038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87" name="Line 32">
              <a:extLst>
                <a:ext uri="{FF2B5EF4-FFF2-40B4-BE49-F238E27FC236}">
                  <a16:creationId xmlns:a16="http://schemas.microsoft.com/office/drawing/2014/main" id="{891F31C5-6EAD-4246-9FD1-606AA1800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8088" name="Line 33">
              <a:extLst>
                <a:ext uri="{FF2B5EF4-FFF2-40B4-BE49-F238E27FC236}">
                  <a16:creationId xmlns:a16="http://schemas.microsoft.com/office/drawing/2014/main" id="{6C3D445F-D78D-FDF2-14DE-B7E7C72FE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8069" name="AutoShape 34">
            <a:extLst>
              <a:ext uri="{FF2B5EF4-FFF2-40B4-BE49-F238E27FC236}">
                <a16:creationId xmlns:a16="http://schemas.microsoft.com/office/drawing/2014/main" id="{00BDF034-D566-6B9B-2509-2F9CF2E4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0" name="Oval 35">
            <a:extLst>
              <a:ext uri="{FF2B5EF4-FFF2-40B4-BE49-F238E27FC236}">
                <a16:creationId xmlns:a16="http://schemas.microsoft.com/office/drawing/2014/main" id="{CD3C2BE6-F18E-DE10-4880-EEA24B1CD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1" name="Oval 36">
            <a:extLst>
              <a:ext uri="{FF2B5EF4-FFF2-40B4-BE49-F238E27FC236}">
                <a16:creationId xmlns:a16="http://schemas.microsoft.com/office/drawing/2014/main" id="{ED0363A3-8647-23F6-A40D-407B86E4E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2" name="Oval 37">
            <a:extLst>
              <a:ext uri="{FF2B5EF4-FFF2-40B4-BE49-F238E27FC236}">
                <a16:creationId xmlns:a16="http://schemas.microsoft.com/office/drawing/2014/main" id="{90DB16DB-306F-3175-A73F-68D406191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3" name="Oval 38">
            <a:extLst>
              <a:ext uri="{FF2B5EF4-FFF2-40B4-BE49-F238E27FC236}">
                <a16:creationId xmlns:a16="http://schemas.microsoft.com/office/drawing/2014/main" id="{526CDD02-495B-C795-56B1-C1E441B24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4" name="Oval 39">
            <a:extLst>
              <a:ext uri="{FF2B5EF4-FFF2-40B4-BE49-F238E27FC236}">
                <a16:creationId xmlns:a16="http://schemas.microsoft.com/office/drawing/2014/main" id="{C1449109-E9AF-4F40-49A6-96EAD63AD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5" name="Oval 40">
            <a:extLst>
              <a:ext uri="{FF2B5EF4-FFF2-40B4-BE49-F238E27FC236}">
                <a16:creationId xmlns:a16="http://schemas.microsoft.com/office/drawing/2014/main" id="{06C2A49F-FC01-E350-E9FF-165678B5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6" name="AutoShape 41">
            <a:extLst>
              <a:ext uri="{FF2B5EF4-FFF2-40B4-BE49-F238E27FC236}">
                <a16:creationId xmlns:a16="http://schemas.microsoft.com/office/drawing/2014/main" id="{4AE1D47F-EDD0-A4BC-6456-3AE9D498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7" name="Oval 42">
            <a:extLst>
              <a:ext uri="{FF2B5EF4-FFF2-40B4-BE49-F238E27FC236}">
                <a16:creationId xmlns:a16="http://schemas.microsoft.com/office/drawing/2014/main" id="{9FB361EC-A6DD-32DF-9C22-59CFEBA7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8" name="Oval 46">
            <a:extLst>
              <a:ext uri="{FF2B5EF4-FFF2-40B4-BE49-F238E27FC236}">
                <a16:creationId xmlns:a16="http://schemas.microsoft.com/office/drawing/2014/main" id="{8F213376-A79C-FE2F-A047-6D1EE9172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581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79" name="AutoShape 47">
            <a:extLst>
              <a:ext uri="{FF2B5EF4-FFF2-40B4-BE49-F238E27FC236}">
                <a16:creationId xmlns:a16="http://schemas.microsoft.com/office/drawing/2014/main" id="{D5981EA1-76A6-7E53-0317-0AA7BAD31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80" name="Oval 48">
            <a:extLst>
              <a:ext uri="{FF2B5EF4-FFF2-40B4-BE49-F238E27FC236}">
                <a16:creationId xmlns:a16="http://schemas.microsoft.com/office/drawing/2014/main" id="{A94EAA6E-9C97-917D-4A06-BA309658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8081" name="Text Box 49">
            <a:extLst>
              <a:ext uri="{FF2B5EF4-FFF2-40B4-BE49-F238E27FC236}">
                <a16:creationId xmlns:a16="http://schemas.microsoft.com/office/drawing/2014/main" id="{AD2A0E22-900F-A666-2A3B-B17926BC6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Dead End </a:t>
            </a:r>
            <a:r>
              <a:rPr lang="en-US" altLang="en-US" sz="2400">
                <a:latin typeface="Times New Roman" panose="02020603050405020304" pitchFamily="18" charset="0"/>
              </a:rPr>
              <a:t>→</a:t>
            </a:r>
            <a:r>
              <a:rPr lang="en-US" altLang="en-US" b="1"/>
              <a:t> Backtrack</a:t>
            </a:r>
            <a:endParaRPr lang="en-GB" altLang="en-US"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4EA0390-4A30-ECED-CE5A-927B78650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89091" name="Group 3">
            <a:extLst>
              <a:ext uri="{FF2B5EF4-FFF2-40B4-BE49-F238E27FC236}">
                <a16:creationId xmlns:a16="http://schemas.microsoft.com/office/drawing/2014/main" id="{73248D6A-E301-4287-B8B5-DB4CD0ADAE23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89112" name="Group 4">
              <a:extLst>
                <a:ext uri="{FF2B5EF4-FFF2-40B4-BE49-F238E27FC236}">
                  <a16:creationId xmlns:a16="http://schemas.microsoft.com/office/drawing/2014/main" id="{C23982B5-156B-221A-5DF0-4F0CDD899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89121" name="Rectangle 5">
                <a:extLst>
                  <a:ext uri="{FF2B5EF4-FFF2-40B4-BE49-F238E27FC236}">
                    <a16:creationId xmlns:a16="http://schemas.microsoft.com/office/drawing/2014/main" id="{FF7BFD1C-6824-F8DD-17B1-E361EC4ED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2" name="Rectangle 6">
                <a:extLst>
                  <a:ext uri="{FF2B5EF4-FFF2-40B4-BE49-F238E27FC236}">
                    <a16:creationId xmlns:a16="http://schemas.microsoft.com/office/drawing/2014/main" id="{51865495-0A0D-0BA0-FB7D-6218B3B19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3" name="Rectangle 7">
                <a:extLst>
                  <a:ext uri="{FF2B5EF4-FFF2-40B4-BE49-F238E27FC236}">
                    <a16:creationId xmlns:a16="http://schemas.microsoft.com/office/drawing/2014/main" id="{398B11E7-AEBD-86D4-E0E5-EC6220444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4" name="Rectangle 8">
                <a:extLst>
                  <a:ext uri="{FF2B5EF4-FFF2-40B4-BE49-F238E27FC236}">
                    <a16:creationId xmlns:a16="http://schemas.microsoft.com/office/drawing/2014/main" id="{3DF2F267-9BBE-A273-4827-6FED338DA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5" name="Rectangle 9">
                <a:extLst>
                  <a:ext uri="{FF2B5EF4-FFF2-40B4-BE49-F238E27FC236}">
                    <a16:creationId xmlns:a16="http://schemas.microsoft.com/office/drawing/2014/main" id="{115AF57A-CC1A-204B-41BC-1D354F42C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6" name="Rectangle 10">
                <a:extLst>
                  <a:ext uri="{FF2B5EF4-FFF2-40B4-BE49-F238E27FC236}">
                    <a16:creationId xmlns:a16="http://schemas.microsoft.com/office/drawing/2014/main" id="{DB2263E9-A907-06B2-DA83-40012D74D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7" name="Rectangle 11">
                <a:extLst>
                  <a:ext uri="{FF2B5EF4-FFF2-40B4-BE49-F238E27FC236}">
                    <a16:creationId xmlns:a16="http://schemas.microsoft.com/office/drawing/2014/main" id="{3C30C3D8-5125-B760-AC84-8B95B0A7C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8" name="Rectangle 12">
                <a:extLst>
                  <a:ext uri="{FF2B5EF4-FFF2-40B4-BE49-F238E27FC236}">
                    <a16:creationId xmlns:a16="http://schemas.microsoft.com/office/drawing/2014/main" id="{CA35524C-7CA7-79EA-8FE4-6F69F7B51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9129" name="Rectangle 13">
                <a:extLst>
                  <a:ext uri="{FF2B5EF4-FFF2-40B4-BE49-F238E27FC236}">
                    <a16:creationId xmlns:a16="http://schemas.microsoft.com/office/drawing/2014/main" id="{FBFD9D8C-5581-BDCE-20C5-D0F182051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89113" name="Text Box 14">
              <a:extLst>
                <a:ext uri="{FF2B5EF4-FFF2-40B4-BE49-F238E27FC236}">
                  <a16:creationId xmlns:a16="http://schemas.microsoft.com/office/drawing/2014/main" id="{6A112B6F-DAA3-1A61-F28E-17E22DA1A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89114" name="Text Box 15">
              <a:extLst>
                <a:ext uri="{FF2B5EF4-FFF2-40B4-BE49-F238E27FC236}">
                  <a16:creationId xmlns:a16="http://schemas.microsoft.com/office/drawing/2014/main" id="{59E01892-C43E-A998-87EA-653B4EE6E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9115" name="Text Box 16">
              <a:extLst>
                <a:ext uri="{FF2B5EF4-FFF2-40B4-BE49-F238E27FC236}">
                  <a16:creationId xmlns:a16="http://schemas.microsoft.com/office/drawing/2014/main" id="{A665D4E1-3CD8-078C-5A39-DD3DE500F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9116" name="Text Box 17">
              <a:extLst>
                <a:ext uri="{FF2B5EF4-FFF2-40B4-BE49-F238E27FC236}">
                  <a16:creationId xmlns:a16="http://schemas.microsoft.com/office/drawing/2014/main" id="{147A689E-7B54-067C-0D80-6DFCA7CF2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9117" name="Text Box 18">
              <a:extLst>
                <a:ext uri="{FF2B5EF4-FFF2-40B4-BE49-F238E27FC236}">
                  <a16:creationId xmlns:a16="http://schemas.microsoft.com/office/drawing/2014/main" id="{44923195-420C-BD63-BC09-A01355EF2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89118" name="Text Box 19">
              <a:extLst>
                <a:ext uri="{FF2B5EF4-FFF2-40B4-BE49-F238E27FC236}">
                  <a16:creationId xmlns:a16="http://schemas.microsoft.com/office/drawing/2014/main" id="{4D83145A-C128-B80B-028E-89503CE3F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89119" name="Text Box 20">
              <a:extLst>
                <a:ext uri="{FF2B5EF4-FFF2-40B4-BE49-F238E27FC236}">
                  <a16:creationId xmlns:a16="http://schemas.microsoft.com/office/drawing/2014/main" id="{8973D464-44D9-1144-21D4-8998D1DE8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89120" name="Text Box 21">
              <a:extLst>
                <a:ext uri="{FF2B5EF4-FFF2-40B4-BE49-F238E27FC236}">
                  <a16:creationId xmlns:a16="http://schemas.microsoft.com/office/drawing/2014/main" id="{3884E328-7D96-C6A4-81E8-A706E8E85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9092" name="Group 22">
            <a:extLst>
              <a:ext uri="{FF2B5EF4-FFF2-40B4-BE49-F238E27FC236}">
                <a16:creationId xmlns:a16="http://schemas.microsoft.com/office/drawing/2014/main" id="{B9C46982-E6AA-23E2-E001-8D74021816DA}"/>
              </a:ext>
            </a:extLst>
          </p:cNvPr>
          <p:cNvGrpSpPr>
            <a:grpSpLocks/>
          </p:cNvGrpSpPr>
          <p:nvPr/>
        </p:nvGrpSpPr>
        <p:grpSpPr bwMode="auto">
          <a:xfrm>
            <a:off x="4254500" y="2133600"/>
            <a:ext cx="3727450" cy="3276600"/>
            <a:chOff x="2437" y="1344"/>
            <a:chExt cx="2348" cy="2064"/>
          </a:xfrm>
        </p:grpSpPr>
        <p:grpSp>
          <p:nvGrpSpPr>
            <p:cNvPr id="89101" name="Group 23">
              <a:extLst>
                <a:ext uri="{FF2B5EF4-FFF2-40B4-BE49-F238E27FC236}">
                  <a16:creationId xmlns:a16="http://schemas.microsoft.com/office/drawing/2014/main" id="{01D1E89A-1428-62A5-904A-9F6A6BB6FC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7" y="1344"/>
              <a:ext cx="2348" cy="2064"/>
              <a:chOff x="2437" y="1344"/>
              <a:chExt cx="2348" cy="2064"/>
            </a:xfrm>
          </p:grpSpPr>
          <p:sp>
            <p:nvSpPr>
              <p:cNvPr id="89108" name="Text Box 24">
                <a:extLst>
                  <a:ext uri="{FF2B5EF4-FFF2-40B4-BE49-F238E27FC236}">
                    <a16:creationId xmlns:a16="http://schemas.microsoft.com/office/drawing/2014/main" id="{320C5680-BDB3-DB16-6565-EDBAE23022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</a:t>
                </a:r>
                <a:r>
                  <a:rPr lang="en-US" altLang="en-US" sz="2400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89109" name="Text Box 25">
                <a:extLst>
                  <a:ext uri="{FF2B5EF4-FFF2-40B4-BE49-F238E27FC236}">
                    <a16:creationId xmlns:a16="http://schemas.microsoft.com/office/drawing/2014/main" id="{BF867018-395D-2713-3EFF-1625C84316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9110" name="Text Box 26">
                <a:extLst>
                  <a:ext uri="{FF2B5EF4-FFF2-40B4-BE49-F238E27FC236}">
                    <a16:creationId xmlns:a16="http://schemas.microsoft.com/office/drawing/2014/main" id="{15495636-FC68-16CC-A9C2-0F7205299C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2880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  <p:sp>
            <p:nvSpPr>
              <p:cNvPr id="89111" name="Text Box 27">
                <a:extLst>
                  <a:ext uri="{FF2B5EF4-FFF2-40B4-BE49-F238E27FC236}">
                    <a16:creationId xmlns:a16="http://schemas.microsoft.com/office/drawing/2014/main" id="{32382EFC-790D-95AF-FB66-623666C4A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5" y="1344"/>
                <a:ext cx="90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{1,2,3,4}</a:t>
                </a:r>
              </a:p>
            </p:txBody>
          </p:sp>
        </p:grpSp>
        <p:sp>
          <p:nvSpPr>
            <p:cNvPr id="89102" name="Line 28">
              <a:extLst>
                <a:ext uri="{FF2B5EF4-FFF2-40B4-BE49-F238E27FC236}">
                  <a16:creationId xmlns:a16="http://schemas.microsoft.com/office/drawing/2014/main" id="{60780593-D0E2-E0D2-F455-ED737B6A7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3" name="Line 29">
              <a:extLst>
                <a:ext uri="{FF2B5EF4-FFF2-40B4-BE49-F238E27FC236}">
                  <a16:creationId xmlns:a16="http://schemas.microsoft.com/office/drawing/2014/main" id="{3EEBA0AC-D86E-9FC1-7C0D-C072C034D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4" name="Line 30">
              <a:extLst>
                <a:ext uri="{FF2B5EF4-FFF2-40B4-BE49-F238E27FC236}">
                  <a16:creationId xmlns:a16="http://schemas.microsoft.com/office/drawing/2014/main" id="{073FE6F6-9741-4D69-1268-2E15DEF7F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5" name="Line 31">
              <a:extLst>
                <a:ext uri="{FF2B5EF4-FFF2-40B4-BE49-F238E27FC236}">
                  <a16:creationId xmlns:a16="http://schemas.microsoft.com/office/drawing/2014/main" id="{6EEAEEF8-371E-010B-09E3-33C344179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6" name="Line 32">
              <a:extLst>
                <a:ext uri="{FF2B5EF4-FFF2-40B4-BE49-F238E27FC236}">
                  <a16:creationId xmlns:a16="http://schemas.microsoft.com/office/drawing/2014/main" id="{8622DD95-C44E-8B34-5CD7-C7B61E49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9107" name="Line 33">
              <a:extLst>
                <a:ext uri="{FF2B5EF4-FFF2-40B4-BE49-F238E27FC236}">
                  <a16:creationId xmlns:a16="http://schemas.microsoft.com/office/drawing/2014/main" id="{6BF2E3CD-0B38-B323-4574-18CD0EEF3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9093" name="AutoShape 34">
            <a:extLst>
              <a:ext uri="{FF2B5EF4-FFF2-40B4-BE49-F238E27FC236}">
                <a16:creationId xmlns:a16="http://schemas.microsoft.com/office/drawing/2014/main" id="{9FE0FD49-5F00-25FB-D112-ADFD8CD22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013CAE5E-84BC-2C42-38AB-6A3E5BF18BA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89095" name="Oval 36">
              <a:extLst>
                <a:ext uri="{FF2B5EF4-FFF2-40B4-BE49-F238E27FC236}">
                  <a16:creationId xmlns:a16="http://schemas.microsoft.com/office/drawing/2014/main" id="{64CCCAB5-6DC4-C97F-0FF5-3771D67AD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9096" name="Oval 37">
              <a:extLst>
                <a:ext uri="{FF2B5EF4-FFF2-40B4-BE49-F238E27FC236}">
                  <a16:creationId xmlns:a16="http://schemas.microsoft.com/office/drawing/2014/main" id="{DE1A1A73-2190-D95A-BC11-E6A7FA5FF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9097" name="Oval 38">
              <a:extLst>
                <a:ext uri="{FF2B5EF4-FFF2-40B4-BE49-F238E27FC236}">
                  <a16:creationId xmlns:a16="http://schemas.microsoft.com/office/drawing/2014/main" id="{34BBAE06-B499-F866-0467-A46C8C972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9098" name="Oval 39">
              <a:extLst>
                <a:ext uri="{FF2B5EF4-FFF2-40B4-BE49-F238E27FC236}">
                  <a16:creationId xmlns:a16="http://schemas.microsoft.com/office/drawing/2014/main" id="{6767F4D2-8D22-432A-98CD-B771EE505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9099" name="Oval 40">
              <a:extLst>
                <a:ext uri="{FF2B5EF4-FFF2-40B4-BE49-F238E27FC236}">
                  <a16:creationId xmlns:a16="http://schemas.microsoft.com/office/drawing/2014/main" id="{7A730C30-F5A4-E3C2-8DBA-90BEB8E1F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9100" name="Oval 41">
              <a:extLst>
                <a:ext uri="{FF2B5EF4-FFF2-40B4-BE49-F238E27FC236}">
                  <a16:creationId xmlns:a16="http://schemas.microsoft.com/office/drawing/2014/main" id="{13FD5D6A-C89D-3DBB-C2E1-A06778F1C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1CADD1A6-434D-7823-12D1-378288947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0115" name="Group 3">
            <a:extLst>
              <a:ext uri="{FF2B5EF4-FFF2-40B4-BE49-F238E27FC236}">
                <a16:creationId xmlns:a16="http://schemas.microsoft.com/office/drawing/2014/main" id="{406737C0-5DC2-D3E5-EA53-5C8615DFFE8A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0136" name="Group 4">
              <a:extLst>
                <a:ext uri="{FF2B5EF4-FFF2-40B4-BE49-F238E27FC236}">
                  <a16:creationId xmlns:a16="http://schemas.microsoft.com/office/drawing/2014/main" id="{8BC67E55-996F-BD7D-C0B4-E65920CFB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0145" name="Rectangle 5">
                <a:extLst>
                  <a:ext uri="{FF2B5EF4-FFF2-40B4-BE49-F238E27FC236}">
                    <a16:creationId xmlns:a16="http://schemas.microsoft.com/office/drawing/2014/main" id="{A55DAEE6-5C37-5213-C03E-307D3AC7D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46" name="Rectangle 6">
                <a:extLst>
                  <a:ext uri="{FF2B5EF4-FFF2-40B4-BE49-F238E27FC236}">
                    <a16:creationId xmlns:a16="http://schemas.microsoft.com/office/drawing/2014/main" id="{3CF79FB2-BE84-7CBD-B894-AAF32BF59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47" name="Rectangle 7">
                <a:extLst>
                  <a:ext uri="{FF2B5EF4-FFF2-40B4-BE49-F238E27FC236}">
                    <a16:creationId xmlns:a16="http://schemas.microsoft.com/office/drawing/2014/main" id="{9AAE5D33-2D36-4D13-D2F8-57DDDA08A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48" name="Rectangle 8">
                <a:extLst>
                  <a:ext uri="{FF2B5EF4-FFF2-40B4-BE49-F238E27FC236}">
                    <a16:creationId xmlns:a16="http://schemas.microsoft.com/office/drawing/2014/main" id="{3DE2A3AC-754C-BEF1-DF01-3AB5FF670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49" name="Rectangle 9">
                <a:extLst>
                  <a:ext uri="{FF2B5EF4-FFF2-40B4-BE49-F238E27FC236}">
                    <a16:creationId xmlns:a16="http://schemas.microsoft.com/office/drawing/2014/main" id="{F9A6192C-D81E-8C17-3023-81916A375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50" name="Rectangle 10">
                <a:extLst>
                  <a:ext uri="{FF2B5EF4-FFF2-40B4-BE49-F238E27FC236}">
                    <a16:creationId xmlns:a16="http://schemas.microsoft.com/office/drawing/2014/main" id="{D0E4CFA4-F5E9-4961-48F4-62666B1AA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51" name="Rectangle 11">
                <a:extLst>
                  <a:ext uri="{FF2B5EF4-FFF2-40B4-BE49-F238E27FC236}">
                    <a16:creationId xmlns:a16="http://schemas.microsoft.com/office/drawing/2014/main" id="{22B7EFCC-9CB8-C0CC-ACCF-E8E4F422B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52" name="Rectangle 12">
                <a:extLst>
                  <a:ext uri="{FF2B5EF4-FFF2-40B4-BE49-F238E27FC236}">
                    <a16:creationId xmlns:a16="http://schemas.microsoft.com/office/drawing/2014/main" id="{0AA3EB45-9CDD-3323-7D88-DC04F43ED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0153" name="Rectangle 13">
                <a:extLst>
                  <a:ext uri="{FF2B5EF4-FFF2-40B4-BE49-F238E27FC236}">
                    <a16:creationId xmlns:a16="http://schemas.microsoft.com/office/drawing/2014/main" id="{24458DAB-8395-ADAB-207F-EB8CF86DC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0137" name="Text Box 14">
              <a:extLst>
                <a:ext uri="{FF2B5EF4-FFF2-40B4-BE49-F238E27FC236}">
                  <a16:creationId xmlns:a16="http://schemas.microsoft.com/office/drawing/2014/main" id="{77E208E5-83A1-D966-F95C-F8650349D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0138" name="Text Box 15">
              <a:extLst>
                <a:ext uri="{FF2B5EF4-FFF2-40B4-BE49-F238E27FC236}">
                  <a16:creationId xmlns:a16="http://schemas.microsoft.com/office/drawing/2014/main" id="{071DAB0A-537E-FBA6-DA76-7E2364BE4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0139" name="Text Box 16">
              <a:extLst>
                <a:ext uri="{FF2B5EF4-FFF2-40B4-BE49-F238E27FC236}">
                  <a16:creationId xmlns:a16="http://schemas.microsoft.com/office/drawing/2014/main" id="{FB9E74B7-6FB3-1582-13FD-FC4DA3A26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0140" name="Text Box 17">
              <a:extLst>
                <a:ext uri="{FF2B5EF4-FFF2-40B4-BE49-F238E27FC236}">
                  <a16:creationId xmlns:a16="http://schemas.microsoft.com/office/drawing/2014/main" id="{00062186-1D47-2210-9209-B9EC48C03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0141" name="Text Box 18">
              <a:extLst>
                <a:ext uri="{FF2B5EF4-FFF2-40B4-BE49-F238E27FC236}">
                  <a16:creationId xmlns:a16="http://schemas.microsoft.com/office/drawing/2014/main" id="{3EA62B7D-33D5-FACD-9A8C-BCD518812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0142" name="Text Box 19">
              <a:extLst>
                <a:ext uri="{FF2B5EF4-FFF2-40B4-BE49-F238E27FC236}">
                  <a16:creationId xmlns:a16="http://schemas.microsoft.com/office/drawing/2014/main" id="{4EF25DA9-2E3D-1852-9476-E4CF99FE0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0143" name="Text Box 20">
              <a:extLst>
                <a:ext uri="{FF2B5EF4-FFF2-40B4-BE49-F238E27FC236}">
                  <a16:creationId xmlns:a16="http://schemas.microsoft.com/office/drawing/2014/main" id="{45441548-DB30-E30A-4FEB-03068F12F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0144" name="Text Box 21">
              <a:extLst>
                <a:ext uri="{FF2B5EF4-FFF2-40B4-BE49-F238E27FC236}">
                  <a16:creationId xmlns:a16="http://schemas.microsoft.com/office/drawing/2014/main" id="{F96A5D07-17DF-68D8-6E11-132D8CE40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0116" name="Group 22">
            <a:extLst>
              <a:ext uri="{FF2B5EF4-FFF2-40B4-BE49-F238E27FC236}">
                <a16:creationId xmlns:a16="http://schemas.microsoft.com/office/drawing/2014/main" id="{6BE80EE6-07D8-12F5-9C7C-8A9C99326945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73488" cy="3276600"/>
            <a:chOff x="2429" y="1344"/>
            <a:chExt cx="2377" cy="2064"/>
          </a:xfrm>
        </p:grpSpPr>
        <p:grpSp>
          <p:nvGrpSpPr>
            <p:cNvPr id="90125" name="Group 23">
              <a:extLst>
                <a:ext uri="{FF2B5EF4-FFF2-40B4-BE49-F238E27FC236}">
                  <a16:creationId xmlns:a16="http://schemas.microsoft.com/office/drawing/2014/main" id="{04B6C1B7-DEAC-3190-F08A-5C6030C11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7" cy="2064"/>
              <a:chOff x="2429" y="1344"/>
              <a:chExt cx="2377" cy="2064"/>
            </a:xfrm>
          </p:grpSpPr>
          <p:sp>
            <p:nvSpPr>
              <p:cNvPr id="90132" name="Text Box 24">
                <a:extLst>
                  <a:ext uri="{FF2B5EF4-FFF2-40B4-BE49-F238E27FC236}">
                    <a16:creationId xmlns:a16="http://schemas.microsoft.com/office/drawing/2014/main" id="{3D234F66-9D3C-27FD-1618-3AE7F1C51B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0133" name="Text Box 25">
                <a:extLst>
                  <a:ext uri="{FF2B5EF4-FFF2-40B4-BE49-F238E27FC236}">
                    <a16:creationId xmlns:a16="http://schemas.microsoft.com/office/drawing/2014/main" id="{46841E0D-99A1-20EF-FA84-860B9FF872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0134" name="Text Box 26">
                <a:extLst>
                  <a:ext uri="{FF2B5EF4-FFF2-40B4-BE49-F238E27FC236}">
                    <a16:creationId xmlns:a16="http://schemas.microsoft.com/office/drawing/2014/main" id="{FAFF2400-BAB2-A2D7-A2CA-4630CCC97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880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,3,4}</a:t>
                </a:r>
              </a:p>
            </p:txBody>
          </p:sp>
          <p:sp>
            <p:nvSpPr>
              <p:cNvPr id="90135" name="Text Box 27">
                <a:extLst>
                  <a:ext uri="{FF2B5EF4-FFF2-40B4-BE49-F238E27FC236}">
                    <a16:creationId xmlns:a16="http://schemas.microsoft.com/office/drawing/2014/main" id="{CA57B37B-00C7-82B4-2220-938CEEC4E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,4}</a:t>
                </a:r>
              </a:p>
            </p:txBody>
          </p:sp>
        </p:grpSp>
        <p:sp>
          <p:nvSpPr>
            <p:cNvPr id="90126" name="Line 28">
              <a:extLst>
                <a:ext uri="{FF2B5EF4-FFF2-40B4-BE49-F238E27FC236}">
                  <a16:creationId xmlns:a16="http://schemas.microsoft.com/office/drawing/2014/main" id="{2AB35C34-C624-3538-F9B1-D034E5658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7" name="Line 29">
              <a:extLst>
                <a:ext uri="{FF2B5EF4-FFF2-40B4-BE49-F238E27FC236}">
                  <a16:creationId xmlns:a16="http://schemas.microsoft.com/office/drawing/2014/main" id="{59C6BD59-6BF0-4769-C6D7-04BEB3C41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8" name="Line 30">
              <a:extLst>
                <a:ext uri="{FF2B5EF4-FFF2-40B4-BE49-F238E27FC236}">
                  <a16:creationId xmlns:a16="http://schemas.microsoft.com/office/drawing/2014/main" id="{A097B570-3F15-2DD9-92CA-5840D898A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29" name="Line 31">
              <a:extLst>
                <a:ext uri="{FF2B5EF4-FFF2-40B4-BE49-F238E27FC236}">
                  <a16:creationId xmlns:a16="http://schemas.microsoft.com/office/drawing/2014/main" id="{3FC1C54A-0E30-314C-5529-F95CDAE5A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0" name="Line 32">
              <a:extLst>
                <a:ext uri="{FF2B5EF4-FFF2-40B4-BE49-F238E27FC236}">
                  <a16:creationId xmlns:a16="http://schemas.microsoft.com/office/drawing/2014/main" id="{D5804924-5860-9326-B1CE-2B6518748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131" name="Line 33">
              <a:extLst>
                <a:ext uri="{FF2B5EF4-FFF2-40B4-BE49-F238E27FC236}">
                  <a16:creationId xmlns:a16="http://schemas.microsoft.com/office/drawing/2014/main" id="{1AA66511-038C-BF59-AAD9-C9B566413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0117" name="AutoShape 34">
            <a:extLst>
              <a:ext uri="{FF2B5EF4-FFF2-40B4-BE49-F238E27FC236}">
                <a16:creationId xmlns:a16="http://schemas.microsoft.com/office/drawing/2014/main" id="{7519EC41-E8F0-9063-3B5A-71C56F40E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0118" name="Group 35">
            <a:extLst>
              <a:ext uri="{FF2B5EF4-FFF2-40B4-BE49-F238E27FC236}">
                <a16:creationId xmlns:a16="http://schemas.microsoft.com/office/drawing/2014/main" id="{3BB9750C-8415-523B-104C-FB6110EE8AA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0119" name="Oval 36">
              <a:extLst>
                <a:ext uri="{FF2B5EF4-FFF2-40B4-BE49-F238E27FC236}">
                  <a16:creationId xmlns:a16="http://schemas.microsoft.com/office/drawing/2014/main" id="{2C66E055-7ADC-28F4-759C-F95268DAF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0120" name="Oval 37">
              <a:extLst>
                <a:ext uri="{FF2B5EF4-FFF2-40B4-BE49-F238E27FC236}">
                  <a16:creationId xmlns:a16="http://schemas.microsoft.com/office/drawing/2014/main" id="{B83CD975-8A6E-943C-B51A-3B97FEF4F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0121" name="Oval 38">
              <a:extLst>
                <a:ext uri="{FF2B5EF4-FFF2-40B4-BE49-F238E27FC236}">
                  <a16:creationId xmlns:a16="http://schemas.microsoft.com/office/drawing/2014/main" id="{AA0E2371-99AA-A546-B7FD-D2517BCE7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0122" name="Oval 39">
              <a:extLst>
                <a:ext uri="{FF2B5EF4-FFF2-40B4-BE49-F238E27FC236}">
                  <a16:creationId xmlns:a16="http://schemas.microsoft.com/office/drawing/2014/main" id="{4DD2D0DE-E049-43A7-2D50-2FF1D127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0123" name="Oval 40">
              <a:extLst>
                <a:ext uri="{FF2B5EF4-FFF2-40B4-BE49-F238E27FC236}">
                  <a16:creationId xmlns:a16="http://schemas.microsoft.com/office/drawing/2014/main" id="{EA6D4A33-DA01-C458-86F9-8C7E38525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0124" name="Oval 41">
              <a:extLst>
                <a:ext uri="{FF2B5EF4-FFF2-40B4-BE49-F238E27FC236}">
                  <a16:creationId xmlns:a16="http://schemas.microsoft.com/office/drawing/2014/main" id="{A7D3C9F0-328F-4878-6847-1562E54E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8630B3AC-9A34-4A1F-9BC6-BDBD82F64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1139" name="Group 3">
            <a:extLst>
              <a:ext uri="{FF2B5EF4-FFF2-40B4-BE49-F238E27FC236}">
                <a16:creationId xmlns:a16="http://schemas.microsoft.com/office/drawing/2014/main" id="{27DD8075-B303-6A5A-D90A-BF2C8D3D4BD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1163" name="Group 4">
              <a:extLst>
                <a:ext uri="{FF2B5EF4-FFF2-40B4-BE49-F238E27FC236}">
                  <a16:creationId xmlns:a16="http://schemas.microsoft.com/office/drawing/2014/main" id="{CA67279E-BD73-7605-2430-9A0290BF21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1172" name="Rectangle 5">
                <a:extLst>
                  <a:ext uri="{FF2B5EF4-FFF2-40B4-BE49-F238E27FC236}">
                    <a16:creationId xmlns:a16="http://schemas.microsoft.com/office/drawing/2014/main" id="{6FE0D1D3-5075-731A-EC30-B2225F6CF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3" name="Rectangle 6">
                <a:extLst>
                  <a:ext uri="{FF2B5EF4-FFF2-40B4-BE49-F238E27FC236}">
                    <a16:creationId xmlns:a16="http://schemas.microsoft.com/office/drawing/2014/main" id="{A77E3F74-3938-39DC-67A3-AC8975F86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4" name="Rectangle 7">
                <a:extLst>
                  <a:ext uri="{FF2B5EF4-FFF2-40B4-BE49-F238E27FC236}">
                    <a16:creationId xmlns:a16="http://schemas.microsoft.com/office/drawing/2014/main" id="{9DCDAA94-7DD2-FDBF-33AB-06CD36205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5" name="Rectangle 8">
                <a:extLst>
                  <a:ext uri="{FF2B5EF4-FFF2-40B4-BE49-F238E27FC236}">
                    <a16:creationId xmlns:a16="http://schemas.microsoft.com/office/drawing/2014/main" id="{D7E818E5-3A54-3A0F-79D7-54EBF1F9A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6" name="Rectangle 9">
                <a:extLst>
                  <a:ext uri="{FF2B5EF4-FFF2-40B4-BE49-F238E27FC236}">
                    <a16:creationId xmlns:a16="http://schemas.microsoft.com/office/drawing/2014/main" id="{CBB67E5E-6304-78AE-2D83-1E5AD89A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7" name="Rectangle 10">
                <a:extLst>
                  <a:ext uri="{FF2B5EF4-FFF2-40B4-BE49-F238E27FC236}">
                    <a16:creationId xmlns:a16="http://schemas.microsoft.com/office/drawing/2014/main" id="{8A519029-E7E4-F724-4044-FB90296ED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8" name="Rectangle 11">
                <a:extLst>
                  <a:ext uri="{FF2B5EF4-FFF2-40B4-BE49-F238E27FC236}">
                    <a16:creationId xmlns:a16="http://schemas.microsoft.com/office/drawing/2014/main" id="{7D33F63C-D806-DF9C-D078-C2BE79A17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79" name="Rectangle 12">
                <a:extLst>
                  <a:ext uri="{FF2B5EF4-FFF2-40B4-BE49-F238E27FC236}">
                    <a16:creationId xmlns:a16="http://schemas.microsoft.com/office/drawing/2014/main" id="{AF4497AD-6D6A-9034-52AF-EC3E881B9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1180" name="Rectangle 13">
                <a:extLst>
                  <a:ext uri="{FF2B5EF4-FFF2-40B4-BE49-F238E27FC236}">
                    <a16:creationId xmlns:a16="http://schemas.microsoft.com/office/drawing/2014/main" id="{90918D51-E6C4-37C8-5A0E-B1FD7650E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1164" name="Text Box 14">
              <a:extLst>
                <a:ext uri="{FF2B5EF4-FFF2-40B4-BE49-F238E27FC236}">
                  <a16:creationId xmlns:a16="http://schemas.microsoft.com/office/drawing/2014/main" id="{15E3C0B3-3CBD-D362-4F56-6AA542234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1165" name="Text Box 15">
              <a:extLst>
                <a:ext uri="{FF2B5EF4-FFF2-40B4-BE49-F238E27FC236}">
                  <a16:creationId xmlns:a16="http://schemas.microsoft.com/office/drawing/2014/main" id="{EB6971C5-D6D2-4E56-09EF-5DD9E4BC7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1166" name="Text Box 16">
              <a:extLst>
                <a:ext uri="{FF2B5EF4-FFF2-40B4-BE49-F238E27FC236}">
                  <a16:creationId xmlns:a16="http://schemas.microsoft.com/office/drawing/2014/main" id="{3D238691-B12B-AFCB-A19D-6D8BB4A4E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1167" name="Text Box 17">
              <a:extLst>
                <a:ext uri="{FF2B5EF4-FFF2-40B4-BE49-F238E27FC236}">
                  <a16:creationId xmlns:a16="http://schemas.microsoft.com/office/drawing/2014/main" id="{EEA55F9F-0EED-5A3A-6744-F4A461A3D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1168" name="Text Box 18">
              <a:extLst>
                <a:ext uri="{FF2B5EF4-FFF2-40B4-BE49-F238E27FC236}">
                  <a16:creationId xmlns:a16="http://schemas.microsoft.com/office/drawing/2014/main" id="{5461C256-5612-9E30-E934-71580F90E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1169" name="Text Box 19">
              <a:extLst>
                <a:ext uri="{FF2B5EF4-FFF2-40B4-BE49-F238E27FC236}">
                  <a16:creationId xmlns:a16="http://schemas.microsoft.com/office/drawing/2014/main" id="{BE6C44A1-0BB2-D764-3DB3-0E4ACAE48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1170" name="Text Box 20">
              <a:extLst>
                <a:ext uri="{FF2B5EF4-FFF2-40B4-BE49-F238E27FC236}">
                  <a16:creationId xmlns:a16="http://schemas.microsoft.com/office/drawing/2014/main" id="{B441EE8D-0F70-653D-FFC7-CD1360E05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1171" name="Text Box 21">
              <a:extLst>
                <a:ext uri="{FF2B5EF4-FFF2-40B4-BE49-F238E27FC236}">
                  <a16:creationId xmlns:a16="http://schemas.microsoft.com/office/drawing/2014/main" id="{F2B59F70-B468-7163-5CCD-9190AAB16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1140" name="Group 22">
            <a:extLst>
              <a:ext uri="{FF2B5EF4-FFF2-40B4-BE49-F238E27FC236}">
                <a16:creationId xmlns:a16="http://schemas.microsoft.com/office/drawing/2014/main" id="{607F3E9E-C38E-6584-DA1A-DB89E2B09E7A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133600"/>
            <a:ext cx="3773488" cy="3276600"/>
            <a:chOff x="2429" y="1344"/>
            <a:chExt cx="2377" cy="2064"/>
          </a:xfrm>
        </p:grpSpPr>
        <p:grpSp>
          <p:nvGrpSpPr>
            <p:cNvPr id="91152" name="Group 23">
              <a:extLst>
                <a:ext uri="{FF2B5EF4-FFF2-40B4-BE49-F238E27FC236}">
                  <a16:creationId xmlns:a16="http://schemas.microsoft.com/office/drawing/2014/main" id="{0807BD15-CEFF-4D12-7FA5-8EB44E6AC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9" y="1344"/>
              <a:ext cx="2377" cy="2064"/>
              <a:chOff x="2429" y="1344"/>
              <a:chExt cx="2377" cy="2064"/>
            </a:xfrm>
          </p:grpSpPr>
          <p:sp>
            <p:nvSpPr>
              <p:cNvPr id="91159" name="Text Box 24">
                <a:extLst>
                  <a:ext uri="{FF2B5EF4-FFF2-40B4-BE49-F238E27FC236}">
                    <a16:creationId xmlns:a16="http://schemas.microsoft.com/office/drawing/2014/main" id="{42705BB9-140D-E6DC-F0A7-BDBB37D174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1160" name="Text Box 25">
                <a:extLst>
                  <a:ext uri="{FF2B5EF4-FFF2-40B4-BE49-F238E27FC236}">
                    <a16:creationId xmlns:a16="http://schemas.microsoft.com/office/drawing/2014/main" id="{55FA6600-52D9-33DA-EDF6-2D925B6FB0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1161" name="Text Box 26">
                <a:extLst>
                  <a:ext uri="{FF2B5EF4-FFF2-40B4-BE49-F238E27FC236}">
                    <a16:creationId xmlns:a16="http://schemas.microsoft.com/office/drawing/2014/main" id="{6AB24976-6FB5-A00B-B99B-FAEA149DAD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880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,3,4}</a:t>
                </a:r>
              </a:p>
            </p:txBody>
          </p:sp>
          <p:sp>
            <p:nvSpPr>
              <p:cNvPr id="91162" name="Text Box 27">
                <a:extLst>
                  <a:ext uri="{FF2B5EF4-FFF2-40B4-BE49-F238E27FC236}">
                    <a16:creationId xmlns:a16="http://schemas.microsoft.com/office/drawing/2014/main" id="{2B1393E5-EE8E-E24F-65AA-5096EA6EF2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1153" name="Line 28">
              <a:extLst>
                <a:ext uri="{FF2B5EF4-FFF2-40B4-BE49-F238E27FC236}">
                  <a16:creationId xmlns:a16="http://schemas.microsoft.com/office/drawing/2014/main" id="{A422BE18-B8C3-261E-5A38-0C7EAD73A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4" name="Line 29">
              <a:extLst>
                <a:ext uri="{FF2B5EF4-FFF2-40B4-BE49-F238E27FC236}">
                  <a16:creationId xmlns:a16="http://schemas.microsoft.com/office/drawing/2014/main" id="{3E6B336D-528C-D639-BC2A-0091B2D25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5" name="Line 30">
              <a:extLst>
                <a:ext uri="{FF2B5EF4-FFF2-40B4-BE49-F238E27FC236}">
                  <a16:creationId xmlns:a16="http://schemas.microsoft.com/office/drawing/2014/main" id="{D2092F75-C4D6-2248-5FCE-26CB73646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6" name="Line 31">
              <a:extLst>
                <a:ext uri="{FF2B5EF4-FFF2-40B4-BE49-F238E27FC236}">
                  <a16:creationId xmlns:a16="http://schemas.microsoft.com/office/drawing/2014/main" id="{2967E8A8-77BB-69D1-B4F1-94DF3ADB9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7" name="Line 32">
              <a:extLst>
                <a:ext uri="{FF2B5EF4-FFF2-40B4-BE49-F238E27FC236}">
                  <a16:creationId xmlns:a16="http://schemas.microsoft.com/office/drawing/2014/main" id="{FC1BA761-E85F-440D-7686-F1345A5E2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158" name="Line 33">
              <a:extLst>
                <a:ext uri="{FF2B5EF4-FFF2-40B4-BE49-F238E27FC236}">
                  <a16:creationId xmlns:a16="http://schemas.microsoft.com/office/drawing/2014/main" id="{B084572E-BC12-5114-0CAC-59B7209CA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1141" name="AutoShape 34">
            <a:extLst>
              <a:ext uri="{FF2B5EF4-FFF2-40B4-BE49-F238E27FC236}">
                <a16:creationId xmlns:a16="http://schemas.microsoft.com/office/drawing/2014/main" id="{3E98F4E3-D94B-849F-8607-1B11A8C74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1142" name="Group 35">
            <a:extLst>
              <a:ext uri="{FF2B5EF4-FFF2-40B4-BE49-F238E27FC236}">
                <a16:creationId xmlns:a16="http://schemas.microsoft.com/office/drawing/2014/main" id="{5530BCA2-3211-AA23-7FA8-08EC1CA38CDA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1146" name="Oval 36">
              <a:extLst>
                <a:ext uri="{FF2B5EF4-FFF2-40B4-BE49-F238E27FC236}">
                  <a16:creationId xmlns:a16="http://schemas.microsoft.com/office/drawing/2014/main" id="{29BCDBB1-0450-7184-C47E-6BC16EB8D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147" name="Oval 37">
              <a:extLst>
                <a:ext uri="{FF2B5EF4-FFF2-40B4-BE49-F238E27FC236}">
                  <a16:creationId xmlns:a16="http://schemas.microsoft.com/office/drawing/2014/main" id="{758FF869-9E9E-D880-3A57-56A16D4C9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148" name="Oval 38">
              <a:extLst>
                <a:ext uri="{FF2B5EF4-FFF2-40B4-BE49-F238E27FC236}">
                  <a16:creationId xmlns:a16="http://schemas.microsoft.com/office/drawing/2014/main" id="{D1C2B1BB-CD4A-4FC9-D618-529BB96FB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149" name="Oval 39">
              <a:extLst>
                <a:ext uri="{FF2B5EF4-FFF2-40B4-BE49-F238E27FC236}">
                  <a16:creationId xmlns:a16="http://schemas.microsoft.com/office/drawing/2014/main" id="{C5D20E6E-2B19-909C-1BFF-1D13AFA3F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150" name="Oval 40">
              <a:extLst>
                <a:ext uri="{FF2B5EF4-FFF2-40B4-BE49-F238E27FC236}">
                  <a16:creationId xmlns:a16="http://schemas.microsoft.com/office/drawing/2014/main" id="{6A86D606-EFC9-689C-92CA-C144EBF95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151" name="Oval 41">
              <a:extLst>
                <a:ext uri="{FF2B5EF4-FFF2-40B4-BE49-F238E27FC236}">
                  <a16:creationId xmlns:a16="http://schemas.microsoft.com/office/drawing/2014/main" id="{8838188C-4E0B-D396-5AB4-61C98AF00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1143" name="AutoShape 42">
            <a:extLst>
              <a:ext uri="{FF2B5EF4-FFF2-40B4-BE49-F238E27FC236}">
                <a16:creationId xmlns:a16="http://schemas.microsoft.com/office/drawing/2014/main" id="{B8C71A62-D967-CD28-0B03-B6364A1B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144" name="Oval 43">
            <a:extLst>
              <a:ext uri="{FF2B5EF4-FFF2-40B4-BE49-F238E27FC236}">
                <a16:creationId xmlns:a16="http://schemas.microsoft.com/office/drawing/2014/main" id="{4BC50A3F-39E7-97DB-99C8-7436F150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145" name="Oval 44">
            <a:extLst>
              <a:ext uri="{FF2B5EF4-FFF2-40B4-BE49-F238E27FC236}">
                <a16:creationId xmlns:a16="http://schemas.microsoft.com/office/drawing/2014/main" id="{43CBD2D7-B85E-098E-4858-005F24C56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60773B3-EDC4-C840-8C50-3637135E7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2163" name="Group 3">
            <a:extLst>
              <a:ext uri="{FF2B5EF4-FFF2-40B4-BE49-F238E27FC236}">
                <a16:creationId xmlns:a16="http://schemas.microsoft.com/office/drawing/2014/main" id="{9F0CDBFF-23AF-0C40-E4DE-F9165FBA0CD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2187" name="Group 4">
              <a:extLst>
                <a:ext uri="{FF2B5EF4-FFF2-40B4-BE49-F238E27FC236}">
                  <a16:creationId xmlns:a16="http://schemas.microsoft.com/office/drawing/2014/main" id="{F82F9CE9-95FC-A0FC-8BF4-7764C01FAA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2196" name="Rectangle 5">
                <a:extLst>
                  <a:ext uri="{FF2B5EF4-FFF2-40B4-BE49-F238E27FC236}">
                    <a16:creationId xmlns:a16="http://schemas.microsoft.com/office/drawing/2014/main" id="{648F0D29-3C78-E740-353E-ADC2C81A0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197" name="Rectangle 6">
                <a:extLst>
                  <a:ext uri="{FF2B5EF4-FFF2-40B4-BE49-F238E27FC236}">
                    <a16:creationId xmlns:a16="http://schemas.microsoft.com/office/drawing/2014/main" id="{BF03D43B-3E05-D1F5-78CC-D3257FB8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198" name="Rectangle 7">
                <a:extLst>
                  <a:ext uri="{FF2B5EF4-FFF2-40B4-BE49-F238E27FC236}">
                    <a16:creationId xmlns:a16="http://schemas.microsoft.com/office/drawing/2014/main" id="{39CCA558-7C4C-BC75-AEDC-82BA86C12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199" name="Rectangle 8">
                <a:extLst>
                  <a:ext uri="{FF2B5EF4-FFF2-40B4-BE49-F238E27FC236}">
                    <a16:creationId xmlns:a16="http://schemas.microsoft.com/office/drawing/2014/main" id="{5BEBDF77-5666-1EA5-A1A4-840AE5637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200" name="Rectangle 9">
                <a:extLst>
                  <a:ext uri="{FF2B5EF4-FFF2-40B4-BE49-F238E27FC236}">
                    <a16:creationId xmlns:a16="http://schemas.microsoft.com/office/drawing/2014/main" id="{82D9CCBA-0820-15CE-9C25-5F5F89EFB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201" name="Rectangle 10">
                <a:extLst>
                  <a:ext uri="{FF2B5EF4-FFF2-40B4-BE49-F238E27FC236}">
                    <a16:creationId xmlns:a16="http://schemas.microsoft.com/office/drawing/2014/main" id="{5A1EAFE1-E3A8-2916-8223-B7AF0EC0C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202" name="Rectangle 11">
                <a:extLst>
                  <a:ext uri="{FF2B5EF4-FFF2-40B4-BE49-F238E27FC236}">
                    <a16:creationId xmlns:a16="http://schemas.microsoft.com/office/drawing/2014/main" id="{566DF2A7-8735-0290-BC01-3F7F66A96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203" name="Rectangle 12">
                <a:extLst>
                  <a:ext uri="{FF2B5EF4-FFF2-40B4-BE49-F238E27FC236}">
                    <a16:creationId xmlns:a16="http://schemas.microsoft.com/office/drawing/2014/main" id="{600E5FAC-4741-0A30-612C-4D61CC8A0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2204" name="Rectangle 13">
                <a:extLst>
                  <a:ext uri="{FF2B5EF4-FFF2-40B4-BE49-F238E27FC236}">
                    <a16:creationId xmlns:a16="http://schemas.microsoft.com/office/drawing/2014/main" id="{A39E3597-11BF-F6DC-F6EA-8B3F8A3A0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2188" name="Text Box 14">
              <a:extLst>
                <a:ext uri="{FF2B5EF4-FFF2-40B4-BE49-F238E27FC236}">
                  <a16:creationId xmlns:a16="http://schemas.microsoft.com/office/drawing/2014/main" id="{E0B6E2BA-8BEE-EE26-6E44-E66FA5A7F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2189" name="Text Box 15">
              <a:extLst>
                <a:ext uri="{FF2B5EF4-FFF2-40B4-BE49-F238E27FC236}">
                  <a16:creationId xmlns:a16="http://schemas.microsoft.com/office/drawing/2014/main" id="{A654C187-B01F-17FC-4D3F-933C32356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2190" name="Text Box 16">
              <a:extLst>
                <a:ext uri="{FF2B5EF4-FFF2-40B4-BE49-F238E27FC236}">
                  <a16:creationId xmlns:a16="http://schemas.microsoft.com/office/drawing/2014/main" id="{FB285245-1AB2-E634-CA2E-938F87E04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2191" name="Text Box 17">
              <a:extLst>
                <a:ext uri="{FF2B5EF4-FFF2-40B4-BE49-F238E27FC236}">
                  <a16:creationId xmlns:a16="http://schemas.microsoft.com/office/drawing/2014/main" id="{B22636F0-B46C-614C-0A04-1FCE2FB30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2192" name="Text Box 18">
              <a:extLst>
                <a:ext uri="{FF2B5EF4-FFF2-40B4-BE49-F238E27FC236}">
                  <a16:creationId xmlns:a16="http://schemas.microsoft.com/office/drawing/2014/main" id="{DA3E9F31-76B5-059F-B95C-A09EF7A0B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2193" name="Text Box 19">
              <a:extLst>
                <a:ext uri="{FF2B5EF4-FFF2-40B4-BE49-F238E27FC236}">
                  <a16:creationId xmlns:a16="http://schemas.microsoft.com/office/drawing/2014/main" id="{635E2E43-79DC-5445-2964-3E2B36F6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2194" name="Text Box 20">
              <a:extLst>
                <a:ext uri="{FF2B5EF4-FFF2-40B4-BE49-F238E27FC236}">
                  <a16:creationId xmlns:a16="http://schemas.microsoft.com/office/drawing/2014/main" id="{93435C40-FE29-9B26-7641-B319432AE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2195" name="Text Box 21">
              <a:extLst>
                <a:ext uri="{FF2B5EF4-FFF2-40B4-BE49-F238E27FC236}">
                  <a16:creationId xmlns:a16="http://schemas.microsoft.com/office/drawing/2014/main" id="{790CB568-3FEA-81C1-B1CB-C90794369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2164" name="Group 22">
            <a:extLst>
              <a:ext uri="{FF2B5EF4-FFF2-40B4-BE49-F238E27FC236}">
                <a16:creationId xmlns:a16="http://schemas.microsoft.com/office/drawing/2014/main" id="{4AAE668C-AFE1-1A3E-05ED-BF696A80AAF1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2176" name="Group 23">
              <a:extLst>
                <a:ext uri="{FF2B5EF4-FFF2-40B4-BE49-F238E27FC236}">
                  <a16:creationId xmlns:a16="http://schemas.microsoft.com/office/drawing/2014/main" id="{8D946329-73AA-6145-1FD8-4F377379BE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2183" name="Text Box 24">
                <a:extLst>
                  <a:ext uri="{FF2B5EF4-FFF2-40B4-BE49-F238E27FC236}">
                    <a16:creationId xmlns:a16="http://schemas.microsoft.com/office/drawing/2014/main" id="{CB61F370-F9C1-ACD2-6256-C880496AB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2184" name="Text Box 25">
                <a:extLst>
                  <a:ext uri="{FF2B5EF4-FFF2-40B4-BE49-F238E27FC236}">
                    <a16:creationId xmlns:a16="http://schemas.microsoft.com/office/drawing/2014/main" id="{271FCE0A-0F79-6DB9-2A08-7BD65EBCB4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  ,  }</a:t>
                </a:r>
              </a:p>
            </p:txBody>
          </p:sp>
          <p:sp>
            <p:nvSpPr>
              <p:cNvPr id="92185" name="Text Box 26">
                <a:extLst>
                  <a:ext uri="{FF2B5EF4-FFF2-40B4-BE49-F238E27FC236}">
                    <a16:creationId xmlns:a16="http://schemas.microsoft.com/office/drawing/2014/main" id="{E46D4C7A-01CC-EE59-07C9-D74B002C36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2186" name="Text Box 27">
                <a:extLst>
                  <a:ext uri="{FF2B5EF4-FFF2-40B4-BE49-F238E27FC236}">
                    <a16:creationId xmlns:a16="http://schemas.microsoft.com/office/drawing/2014/main" id="{7D1B29AA-F0AA-1643-28DB-46C0D1A7B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2177" name="Line 28">
              <a:extLst>
                <a:ext uri="{FF2B5EF4-FFF2-40B4-BE49-F238E27FC236}">
                  <a16:creationId xmlns:a16="http://schemas.microsoft.com/office/drawing/2014/main" id="{40A96560-0B8E-A570-2EA5-8D57892DE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78" name="Line 29">
              <a:extLst>
                <a:ext uri="{FF2B5EF4-FFF2-40B4-BE49-F238E27FC236}">
                  <a16:creationId xmlns:a16="http://schemas.microsoft.com/office/drawing/2014/main" id="{3206AF31-DF0A-C27C-1917-80A385935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79" name="Line 30">
              <a:extLst>
                <a:ext uri="{FF2B5EF4-FFF2-40B4-BE49-F238E27FC236}">
                  <a16:creationId xmlns:a16="http://schemas.microsoft.com/office/drawing/2014/main" id="{7972F6CE-96EF-4F23-F59F-347276E23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0" name="Line 31">
              <a:extLst>
                <a:ext uri="{FF2B5EF4-FFF2-40B4-BE49-F238E27FC236}">
                  <a16:creationId xmlns:a16="http://schemas.microsoft.com/office/drawing/2014/main" id="{85FEC9A8-4FFE-1876-8658-CF306AD85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1" name="Line 32">
              <a:extLst>
                <a:ext uri="{FF2B5EF4-FFF2-40B4-BE49-F238E27FC236}">
                  <a16:creationId xmlns:a16="http://schemas.microsoft.com/office/drawing/2014/main" id="{AD14C614-214F-B2B2-71D0-C05779E9F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2182" name="Line 33">
              <a:extLst>
                <a:ext uri="{FF2B5EF4-FFF2-40B4-BE49-F238E27FC236}">
                  <a16:creationId xmlns:a16="http://schemas.microsoft.com/office/drawing/2014/main" id="{24893176-56FA-6288-045E-BF0093444F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165" name="AutoShape 34">
            <a:extLst>
              <a:ext uri="{FF2B5EF4-FFF2-40B4-BE49-F238E27FC236}">
                <a16:creationId xmlns:a16="http://schemas.microsoft.com/office/drawing/2014/main" id="{9DFE9ADA-683E-F09A-5584-E470DEE7E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2166" name="Group 35">
            <a:extLst>
              <a:ext uri="{FF2B5EF4-FFF2-40B4-BE49-F238E27FC236}">
                <a16:creationId xmlns:a16="http://schemas.microsoft.com/office/drawing/2014/main" id="{3B495085-0EC7-3A61-4F6C-FC189F862B0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2170" name="Oval 36">
              <a:extLst>
                <a:ext uri="{FF2B5EF4-FFF2-40B4-BE49-F238E27FC236}">
                  <a16:creationId xmlns:a16="http://schemas.microsoft.com/office/drawing/2014/main" id="{96220645-E7B1-61F0-7231-2AEAB585C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171" name="Oval 37">
              <a:extLst>
                <a:ext uri="{FF2B5EF4-FFF2-40B4-BE49-F238E27FC236}">
                  <a16:creationId xmlns:a16="http://schemas.microsoft.com/office/drawing/2014/main" id="{AC7506EA-DBCE-556D-4F7E-BC0F235FD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172" name="Oval 38">
              <a:extLst>
                <a:ext uri="{FF2B5EF4-FFF2-40B4-BE49-F238E27FC236}">
                  <a16:creationId xmlns:a16="http://schemas.microsoft.com/office/drawing/2014/main" id="{C34E9BDB-BAB3-46D8-0369-DCABADAE2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173" name="Oval 39">
              <a:extLst>
                <a:ext uri="{FF2B5EF4-FFF2-40B4-BE49-F238E27FC236}">
                  <a16:creationId xmlns:a16="http://schemas.microsoft.com/office/drawing/2014/main" id="{DA602A58-3CA0-DA02-ABC9-96A80EAEC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174" name="Oval 40">
              <a:extLst>
                <a:ext uri="{FF2B5EF4-FFF2-40B4-BE49-F238E27FC236}">
                  <a16:creationId xmlns:a16="http://schemas.microsoft.com/office/drawing/2014/main" id="{49705176-A6EF-F102-BCE6-B7BA90D35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175" name="Oval 41">
              <a:extLst>
                <a:ext uri="{FF2B5EF4-FFF2-40B4-BE49-F238E27FC236}">
                  <a16:creationId xmlns:a16="http://schemas.microsoft.com/office/drawing/2014/main" id="{DCC1FFDC-E6B4-6BBA-6401-83E1395B4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167" name="AutoShape 42">
            <a:extLst>
              <a:ext uri="{FF2B5EF4-FFF2-40B4-BE49-F238E27FC236}">
                <a16:creationId xmlns:a16="http://schemas.microsoft.com/office/drawing/2014/main" id="{4696AD5A-02F6-80A0-C87E-8C949607A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68" name="Oval 43">
            <a:extLst>
              <a:ext uri="{FF2B5EF4-FFF2-40B4-BE49-F238E27FC236}">
                <a16:creationId xmlns:a16="http://schemas.microsoft.com/office/drawing/2014/main" id="{51325CAC-FEED-DA11-38CA-640674AA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169" name="Oval 44">
            <a:extLst>
              <a:ext uri="{FF2B5EF4-FFF2-40B4-BE49-F238E27FC236}">
                <a16:creationId xmlns:a16="http://schemas.microsoft.com/office/drawing/2014/main" id="{EF2C1C66-46FF-CE30-E204-4A8AB31CC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DEEA54FD-4BC6-0018-4A1D-859667499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3187" name="Group 3">
            <a:extLst>
              <a:ext uri="{FF2B5EF4-FFF2-40B4-BE49-F238E27FC236}">
                <a16:creationId xmlns:a16="http://schemas.microsoft.com/office/drawing/2014/main" id="{CA00352E-98E7-3004-23D7-6425F9013BEE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3213" name="Group 4">
              <a:extLst>
                <a:ext uri="{FF2B5EF4-FFF2-40B4-BE49-F238E27FC236}">
                  <a16:creationId xmlns:a16="http://schemas.microsoft.com/office/drawing/2014/main" id="{007478B9-8996-914D-0E1D-0420FC0CE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3222" name="Rectangle 5">
                <a:extLst>
                  <a:ext uri="{FF2B5EF4-FFF2-40B4-BE49-F238E27FC236}">
                    <a16:creationId xmlns:a16="http://schemas.microsoft.com/office/drawing/2014/main" id="{1A260838-EF52-79F0-CC3C-5F0C5BD9F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3" name="Rectangle 6">
                <a:extLst>
                  <a:ext uri="{FF2B5EF4-FFF2-40B4-BE49-F238E27FC236}">
                    <a16:creationId xmlns:a16="http://schemas.microsoft.com/office/drawing/2014/main" id="{55F8650E-21F5-6853-9679-BC91B6695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4" name="Rectangle 7">
                <a:extLst>
                  <a:ext uri="{FF2B5EF4-FFF2-40B4-BE49-F238E27FC236}">
                    <a16:creationId xmlns:a16="http://schemas.microsoft.com/office/drawing/2014/main" id="{CA9B0FA7-D702-97FD-F51C-130FB0792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5" name="Rectangle 8">
                <a:extLst>
                  <a:ext uri="{FF2B5EF4-FFF2-40B4-BE49-F238E27FC236}">
                    <a16:creationId xmlns:a16="http://schemas.microsoft.com/office/drawing/2014/main" id="{D956986A-78CE-CCE1-0627-25A5BBED5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6" name="Rectangle 9">
                <a:extLst>
                  <a:ext uri="{FF2B5EF4-FFF2-40B4-BE49-F238E27FC236}">
                    <a16:creationId xmlns:a16="http://schemas.microsoft.com/office/drawing/2014/main" id="{F9FAEE1A-2BA1-59E5-A652-2EA6F41C6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7" name="Rectangle 10">
                <a:extLst>
                  <a:ext uri="{FF2B5EF4-FFF2-40B4-BE49-F238E27FC236}">
                    <a16:creationId xmlns:a16="http://schemas.microsoft.com/office/drawing/2014/main" id="{05BA8E06-E139-3C6F-8915-52F55E8E9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8" name="Rectangle 11">
                <a:extLst>
                  <a:ext uri="{FF2B5EF4-FFF2-40B4-BE49-F238E27FC236}">
                    <a16:creationId xmlns:a16="http://schemas.microsoft.com/office/drawing/2014/main" id="{4B9BC9E7-B7FF-B352-3A42-440D3DDA0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29" name="Rectangle 12">
                <a:extLst>
                  <a:ext uri="{FF2B5EF4-FFF2-40B4-BE49-F238E27FC236}">
                    <a16:creationId xmlns:a16="http://schemas.microsoft.com/office/drawing/2014/main" id="{9160F37C-EB47-7292-FA21-B0D22AAFA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3230" name="Rectangle 13">
                <a:extLst>
                  <a:ext uri="{FF2B5EF4-FFF2-40B4-BE49-F238E27FC236}">
                    <a16:creationId xmlns:a16="http://schemas.microsoft.com/office/drawing/2014/main" id="{799EBD5D-469D-2818-3A6A-A17A4F056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3214" name="Text Box 14">
              <a:extLst>
                <a:ext uri="{FF2B5EF4-FFF2-40B4-BE49-F238E27FC236}">
                  <a16:creationId xmlns:a16="http://schemas.microsoft.com/office/drawing/2014/main" id="{3A09AB82-E958-7262-7137-E923B70F8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3215" name="Text Box 15">
              <a:extLst>
                <a:ext uri="{FF2B5EF4-FFF2-40B4-BE49-F238E27FC236}">
                  <a16:creationId xmlns:a16="http://schemas.microsoft.com/office/drawing/2014/main" id="{0DEB9937-724A-7799-FC16-E087E3DB8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3216" name="Text Box 16">
              <a:extLst>
                <a:ext uri="{FF2B5EF4-FFF2-40B4-BE49-F238E27FC236}">
                  <a16:creationId xmlns:a16="http://schemas.microsoft.com/office/drawing/2014/main" id="{A180C524-FBDB-E6F6-E08C-6BA530A78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3217" name="Text Box 17">
              <a:extLst>
                <a:ext uri="{FF2B5EF4-FFF2-40B4-BE49-F238E27FC236}">
                  <a16:creationId xmlns:a16="http://schemas.microsoft.com/office/drawing/2014/main" id="{556A4124-F8BC-8DE7-B842-D7F126DC1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3218" name="Text Box 18">
              <a:extLst>
                <a:ext uri="{FF2B5EF4-FFF2-40B4-BE49-F238E27FC236}">
                  <a16:creationId xmlns:a16="http://schemas.microsoft.com/office/drawing/2014/main" id="{4B085B36-2F74-C459-F3AF-A6AAFB5F7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3219" name="Text Box 19">
              <a:extLst>
                <a:ext uri="{FF2B5EF4-FFF2-40B4-BE49-F238E27FC236}">
                  <a16:creationId xmlns:a16="http://schemas.microsoft.com/office/drawing/2014/main" id="{7B98FB3E-C874-D158-1ADE-88A8A4935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3220" name="Text Box 20">
              <a:extLst>
                <a:ext uri="{FF2B5EF4-FFF2-40B4-BE49-F238E27FC236}">
                  <a16:creationId xmlns:a16="http://schemas.microsoft.com/office/drawing/2014/main" id="{AED8AC20-3A8A-FBE7-8DA4-470F1916E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3221" name="Text Box 21">
              <a:extLst>
                <a:ext uri="{FF2B5EF4-FFF2-40B4-BE49-F238E27FC236}">
                  <a16:creationId xmlns:a16="http://schemas.microsoft.com/office/drawing/2014/main" id="{A6FAC887-CD4D-1BFA-0805-5EF23E87B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3188" name="Group 22">
            <a:extLst>
              <a:ext uri="{FF2B5EF4-FFF2-40B4-BE49-F238E27FC236}">
                <a16:creationId xmlns:a16="http://schemas.microsoft.com/office/drawing/2014/main" id="{1C798420-DA9A-3ABB-0F90-562454073DA4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3202" name="Group 23">
              <a:extLst>
                <a:ext uri="{FF2B5EF4-FFF2-40B4-BE49-F238E27FC236}">
                  <a16:creationId xmlns:a16="http://schemas.microsoft.com/office/drawing/2014/main" id="{999DD5DD-98D7-F64A-4D9E-59255143D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3209" name="Text Box 24">
                <a:extLst>
                  <a:ext uri="{FF2B5EF4-FFF2-40B4-BE49-F238E27FC236}">
                    <a16:creationId xmlns:a16="http://schemas.microsoft.com/office/drawing/2014/main" id="{689A26E1-63C8-6436-03CB-0DC4498C28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3210" name="Text Box 25">
                <a:extLst>
                  <a:ext uri="{FF2B5EF4-FFF2-40B4-BE49-F238E27FC236}">
                    <a16:creationId xmlns:a16="http://schemas.microsoft.com/office/drawing/2014/main" id="{3F081E00-A981-1E3F-5732-0C7245B28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93211" name="Text Box 26">
                <a:extLst>
                  <a:ext uri="{FF2B5EF4-FFF2-40B4-BE49-F238E27FC236}">
                    <a16:creationId xmlns:a16="http://schemas.microsoft.com/office/drawing/2014/main" id="{B0608023-047B-8C93-7904-748C71363C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9" y="2880"/>
                <a:ext cx="930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{1,  ,3,  }</a:t>
                </a:r>
              </a:p>
            </p:txBody>
          </p:sp>
          <p:sp>
            <p:nvSpPr>
              <p:cNvPr id="93212" name="Text Box 27">
                <a:extLst>
                  <a:ext uri="{FF2B5EF4-FFF2-40B4-BE49-F238E27FC236}">
                    <a16:creationId xmlns:a16="http://schemas.microsoft.com/office/drawing/2014/main" id="{54507610-3B3F-CE22-F435-5EB9E7FE9A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3203" name="Line 28">
              <a:extLst>
                <a:ext uri="{FF2B5EF4-FFF2-40B4-BE49-F238E27FC236}">
                  <a16:creationId xmlns:a16="http://schemas.microsoft.com/office/drawing/2014/main" id="{EE6059B3-1FF8-C4F9-65FE-FF7E3EA58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4" name="Line 29">
              <a:extLst>
                <a:ext uri="{FF2B5EF4-FFF2-40B4-BE49-F238E27FC236}">
                  <a16:creationId xmlns:a16="http://schemas.microsoft.com/office/drawing/2014/main" id="{F687A86B-6489-275D-0697-C848C15EC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5" name="Line 30">
              <a:extLst>
                <a:ext uri="{FF2B5EF4-FFF2-40B4-BE49-F238E27FC236}">
                  <a16:creationId xmlns:a16="http://schemas.microsoft.com/office/drawing/2014/main" id="{0BCF0198-A575-A6CB-071D-631FE006C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6" name="Line 31">
              <a:extLst>
                <a:ext uri="{FF2B5EF4-FFF2-40B4-BE49-F238E27FC236}">
                  <a16:creationId xmlns:a16="http://schemas.microsoft.com/office/drawing/2014/main" id="{E95AB9A2-5C00-4542-E46B-43E2EFF7E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7" name="Line 32">
              <a:extLst>
                <a:ext uri="{FF2B5EF4-FFF2-40B4-BE49-F238E27FC236}">
                  <a16:creationId xmlns:a16="http://schemas.microsoft.com/office/drawing/2014/main" id="{7F4D34E6-FE38-C2C7-D826-FCC77092E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3208" name="Line 33">
              <a:extLst>
                <a:ext uri="{FF2B5EF4-FFF2-40B4-BE49-F238E27FC236}">
                  <a16:creationId xmlns:a16="http://schemas.microsoft.com/office/drawing/2014/main" id="{EE47D2BF-7798-1D4E-C539-AC7B81CAB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3189" name="AutoShape 34">
            <a:extLst>
              <a:ext uri="{FF2B5EF4-FFF2-40B4-BE49-F238E27FC236}">
                <a16:creationId xmlns:a16="http://schemas.microsoft.com/office/drawing/2014/main" id="{24F97A8D-0357-20C4-7378-6CE058A72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3190" name="Group 35">
            <a:extLst>
              <a:ext uri="{FF2B5EF4-FFF2-40B4-BE49-F238E27FC236}">
                <a16:creationId xmlns:a16="http://schemas.microsoft.com/office/drawing/2014/main" id="{38AB9267-5C8C-5E08-519E-B25EBB3BD30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3196" name="Oval 36">
              <a:extLst>
                <a:ext uri="{FF2B5EF4-FFF2-40B4-BE49-F238E27FC236}">
                  <a16:creationId xmlns:a16="http://schemas.microsoft.com/office/drawing/2014/main" id="{CEBEC688-6E4F-875B-E25A-45F30A8D1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197" name="Oval 37">
              <a:extLst>
                <a:ext uri="{FF2B5EF4-FFF2-40B4-BE49-F238E27FC236}">
                  <a16:creationId xmlns:a16="http://schemas.microsoft.com/office/drawing/2014/main" id="{A463C850-7F89-1D2C-2700-825B4A47E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198" name="Oval 38">
              <a:extLst>
                <a:ext uri="{FF2B5EF4-FFF2-40B4-BE49-F238E27FC236}">
                  <a16:creationId xmlns:a16="http://schemas.microsoft.com/office/drawing/2014/main" id="{C7CBD16A-19BA-87BC-B69E-F21213E6C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199" name="Oval 39">
              <a:extLst>
                <a:ext uri="{FF2B5EF4-FFF2-40B4-BE49-F238E27FC236}">
                  <a16:creationId xmlns:a16="http://schemas.microsoft.com/office/drawing/2014/main" id="{C61691B9-91AE-424A-F01E-A66104511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200" name="Oval 40">
              <a:extLst>
                <a:ext uri="{FF2B5EF4-FFF2-40B4-BE49-F238E27FC236}">
                  <a16:creationId xmlns:a16="http://schemas.microsoft.com/office/drawing/2014/main" id="{67AEDB3F-BE6B-7F63-C707-38AE9215A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201" name="Oval 41">
              <a:extLst>
                <a:ext uri="{FF2B5EF4-FFF2-40B4-BE49-F238E27FC236}">
                  <a16:creationId xmlns:a16="http://schemas.microsoft.com/office/drawing/2014/main" id="{47A7D2EC-6BD6-8BB6-777D-EED5D5C23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3191" name="AutoShape 42">
            <a:extLst>
              <a:ext uri="{FF2B5EF4-FFF2-40B4-BE49-F238E27FC236}">
                <a16:creationId xmlns:a16="http://schemas.microsoft.com/office/drawing/2014/main" id="{D2D12510-9E41-DF31-EB2E-75FE69525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192" name="Oval 43">
            <a:extLst>
              <a:ext uri="{FF2B5EF4-FFF2-40B4-BE49-F238E27FC236}">
                <a16:creationId xmlns:a16="http://schemas.microsoft.com/office/drawing/2014/main" id="{CCAA9038-5966-4B68-885D-3CD8A40D6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193" name="Oval 44">
            <a:extLst>
              <a:ext uri="{FF2B5EF4-FFF2-40B4-BE49-F238E27FC236}">
                <a16:creationId xmlns:a16="http://schemas.microsoft.com/office/drawing/2014/main" id="{4A9DCCB7-30EC-616D-2411-6A45361DD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194" name="AutoShape 45">
            <a:extLst>
              <a:ext uri="{FF2B5EF4-FFF2-40B4-BE49-F238E27FC236}">
                <a16:creationId xmlns:a16="http://schemas.microsoft.com/office/drawing/2014/main" id="{12AFDF44-9A14-AD1B-5E81-631461D1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195" name="Oval 46">
            <a:extLst>
              <a:ext uri="{FF2B5EF4-FFF2-40B4-BE49-F238E27FC236}">
                <a16:creationId xmlns:a16="http://schemas.microsoft.com/office/drawing/2014/main" id="{E17BEEDB-9972-D11C-6662-F3E178F7D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0272CCF2-B069-DE45-C634-A51DB2F2E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4211" name="Group 3">
            <a:extLst>
              <a:ext uri="{FF2B5EF4-FFF2-40B4-BE49-F238E27FC236}">
                <a16:creationId xmlns:a16="http://schemas.microsoft.com/office/drawing/2014/main" id="{3870EAC6-DC69-948D-A2AC-922B7348C64F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4237" name="Group 4">
              <a:extLst>
                <a:ext uri="{FF2B5EF4-FFF2-40B4-BE49-F238E27FC236}">
                  <a16:creationId xmlns:a16="http://schemas.microsoft.com/office/drawing/2014/main" id="{DB82C52E-8694-29DC-CBDC-FB7D3DEDF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4246" name="Rectangle 5">
                <a:extLst>
                  <a:ext uri="{FF2B5EF4-FFF2-40B4-BE49-F238E27FC236}">
                    <a16:creationId xmlns:a16="http://schemas.microsoft.com/office/drawing/2014/main" id="{FBF194F9-93CF-5812-71F9-26E801D10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47" name="Rectangle 6">
                <a:extLst>
                  <a:ext uri="{FF2B5EF4-FFF2-40B4-BE49-F238E27FC236}">
                    <a16:creationId xmlns:a16="http://schemas.microsoft.com/office/drawing/2014/main" id="{80555681-54A0-537D-9356-18FAE85BC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48" name="Rectangle 7">
                <a:extLst>
                  <a:ext uri="{FF2B5EF4-FFF2-40B4-BE49-F238E27FC236}">
                    <a16:creationId xmlns:a16="http://schemas.microsoft.com/office/drawing/2014/main" id="{BA12A982-8153-1B08-F400-51A014A03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49" name="Rectangle 8">
                <a:extLst>
                  <a:ext uri="{FF2B5EF4-FFF2-40B4-BE49-F238E27FC236}">
                    <a16:creationId xmlns:a16="http://schemas.microsoft.com/office/drawing/2014/main" id="{4847CABA-6055-0048-2109-0A171DD9F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50" name="Rectangle 9">
                <a:extLst>
                  <a:ext uri="{FF2B5EF4-FFF2-40B4-BE49-F238E27FC236}">
                    <a16:creationId xmlns:a16="http://schemas.microsoft.com/office/drawing/2014/main" id="{64852D7D-C484-17A1-65F4-1092B6866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51" name="Rectangle 10">
                <a:extLst>
                  <a:ext uri="{FF2B5EF4-FFF2-40B4-BE49-F238E27FC236}">
                    <a16:creationId xmlns:a16="http://schemas.microsoft.com/office/drawing/2014/main" id="{D54D2BEF-9B1F-1DF9-4FCA-B84E16D06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52" name="Rectangle 11">
                <a:extLst>
                  <a:ext uri="{FF2B5EF4-FFF2-40B4-BE49-F238E27FC236}">
                    <a16:creationId xmlns:a16="http://schemas.microsoft.com/office/drawing/2014/main" id="{657B833B-8889-D2B6-6EA2-7C796A830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53" name="Rectangle 12">
                <a:extLst>
                  <a:ext uri="{FF2B5EF4-FFF2-40B4-BE49-F238E27FC236}">
                    <a16:creationId xmlns:a16="http://schemas.microsoft.com/office/drawing/2014/main" id="{CC0D24BB-94DE-2B95-8342-1C87FBE23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4254" name="Rectangle 13">
                <a:extLst>
                  <a:ext uri="{FF2B5EF4-FFF2-40B4-BE49-F238E27FC236}">
                    <a16:creationId xmlns:a16="http://schemas.microsoft.com/office/drawing/2014/main" id="{6FD90151-B590-7061-7EED-0393EA231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4238" name="Text Box 14">
              <a:extLst>
                <a:ext uri="{FF2B5EF4-FFF2-40B4-BE49-F238E27FC236}">
                  <a16:creationId xmlns:a16="http://schemas.microsoft.com/office/drawing/2014/main" id="{2BBDBF5E-4FC7-671D-4536-88CEECF94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4239" name="Text Box 15">
              <a:extLst>
                <a:ext uri="{FF2B5EF4-FFF2-40B4-BE49-F238E27FC236}">
                  <a16:creationId xmlns:a16="http://schemas.microsoft.com/office/drawing/2014/main" id="{F81026EE-4BAC-4071-F9B8-FE59370FC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4240" name="Text Box 16">
              <a:extLst>
                <a:ext uri="{FF2B5EF4-FFF2-40B4-BE49-F238E27FC236}">
                  <a16:creationId xmlns:a16="http://schemas.microsoft.com/office/drawing/2014/main" id="{6E17268C-ED37-E446-2F69-6692D022E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4241" name="Text Box 17">
              <a:extLst>
                <a:ext uri="{FF2B5EF4-FFF2-40B4-BE49-F238E27FC236}">
                  <a16:creationId xmlns:a16="http://schemas.microsoft.com/office/drawing/2014/main" id="{915FB5BE-A3A0-DF4B-614B-24A2B80E0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4242" name="Text Box 18">
              <a:extLst>
                <a:ext uri="{FF2B5EF4-FFF2-40B4-BE49-F238E27FC236}">
                  <a16:creationId xmlns:a16="http://schemas.microsoft.com/office/drawing/2014/main" id="{9610126F-AC2A-6B40-8C41-EC6176740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4243" name="Text Box 19">
              <a:extLst>
                <a:ext uri="{FF2B5EF4-FFF2-40B4-BE49-F238E27FC236}">
                  <a16:creationId xmlns:a16="http://schemas.microsoft.com/office/drawing/2014/main" id="{EE301526-071B-B126-9FA7-4521DD44F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4244" name="Text Box 20">
              <a:extLst>
                <a:ext uri="{FF2B5EF4-FFF2-40B4-BE49-F238E27FC236}">
                  <a16:creationId xmlns:a16="http://schemas.microsoft.com/office/drawing/2014/main" id="{97700D85-0DB0-391F-EA06-20ABFD434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4245" name="Text Box 21">
              <a:extLst>
                <a:ext uri="{FF2B5EF4-FFF2-40B4-BE49-F238E27FC236}">
                  <a16:creationId xmlns:a16="http://schemas.microsoft.com/office/drawing/2014/main" id="{8B489C98-ABB5-50F2-A25C-206F1C0FC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4212" name="Group 22">
            <a:extLst>
              <a:ext uri="{FF2B5EF4-FFF2-40B4-BE49-F238E27FC236}">
                <a16:creationId xmlns:a16="http://schemas.microsoft.com/office/drawing/2014/main" id="{AAAB8172-71D9-2D64-6571-8C787AE9C67B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4226" name="Group 23">
              <a:extLst>
                <a:ext uri="{FF2B5EF4-FFF2-40B4-BE49-F238E27FC236}">
                  <a16:creationId xmlns:a16="http://schemas.microsoft.com/office/drawing/2014/main" id="{01F9B61A-4BCA-FD33-DAE7-65EBFE982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4233" name="Text Box 24">
                <a:extLst>
                  <a:ext uri="{FF2B5EF4-FFF2-40B4-BE49-F238E27FC236}">
                    <a16:creationId xmlns:a16="http://schemas.microsoft.com/office/drawing/2014/main" id="{5775D38C-960E-225D-2944-25BCCD7642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4234" name="Text Box 25">
                <a:extLst>
                  <a:ext uri="{FF2B5EF4-FFF2-40B4-BE49-F238E27FC236}">
                    <a16:creationId xmlns:a16="http://schemas.microsoft.com/office/drawing/2014/main" id="{882E7883-02E7-145B-186C-2B576DB56D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94235" name="Text Box 26">
                <a:extLst>
                  <a:ext uri="{FF2B5EF4-FFF2-40B4-BE49-F238E27FC236}">
                    <a16:creationId xmlns:a16="http://schemas.microsoft.com/office/drawing/2014/main" id="{6152A0C1-709B-A43D-C3BE-15B211983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 ,  ,3,  }</a:t>
                </a:r>
              </a:p>
            </p:txBody>
          </p:sp>
          <p:sp>
            <p:nvSpPr>
              <p:cNvPr id="94236" name="Text Box 27">
                <a:extLst>
                  <a:ext uri="{FF2B5EF4-FFF2-40B4-BE49-F238E27FC236}">
                    <a16:creationId xmlns:a16="http://schemas.microsoft.com/office/drawing/2014/main" id="{4B7C83BD-3F56-AD7E-C2E5-1A91F1DD4C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4227" name="Line 28">
              <a:extLst>
                <a:ext uri="{FF2B5EF4-FFF2-40B4-BE49-F238E27FC236}">
                  <a16:creationId xmlns:a16="http://schemas.microsoft.com/office/drawing/2014/main" id="{81F99A0D-4DB7-38AE-2CC3-1470F5BED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8" name="Line 29">
              <a:extLst>
                <a:ext uri="{FF2B5EF4-FFF2-40B4-BE49-F238E27FC236}">
                  <a16:creationId xmlns:a16="http://schemas.microsoft.com/office/drawing/2014/main" id="{0463B8C8-501B-5E05-C35E-5998D054A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29" name="Line 30">
              <a:extLst>
                <a:ext uri="{FF2B5EF4-FFF2-40B4-BE49-F238E27FC236}">
                  <a16:creationId xmlns:a16="http://schemas.microsoft.com/office/drawing/2014/main" id="{D57B7CB2-3188-1BA4-4387-D2E8F5468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0" name="Line 31">
              <a:extLst>
                <a:ext uri="{FF2B5EF4-FFF2-40B4-BE49-F238E27FC236}">
                  <a16:creationId xmlns:a16="http://schemas.microsoft.com/office/drawing/2014/main" id="{6F4217A5-18F3-EE58-F2EC-BF6C23444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1" name="Line 32">
              <a:extLst>
                <a:ext uri="{FF2B5EF4-FFF2-40B4-BE49-F238E27FC236}">
                  <a16:creationId xmlns:a16="http://schemas.microsoft.com/office/drawing/2014/main" id="{B87D6D3F-586C-6CF2-F1CB-353187CCE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4232" name="Line 33">
              <a:extLst>
                <a:ext uri="{FF2B5EF4-FFF2-40B4-BE49-F238E27FC236}">
                  <a16:creationId xmlns:a16="http://schemas.microsoft.com/office/drawing/2014/main" id="{34B09D22-7EC4-8E57-BEAF-4A9F07B54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4213" name="AutoShape 34">
            <a:extLst>
              <a:ext uri="{FF2B5EF4-FFF2-40B4-BE49-F238E27FC236}">
                <a16:creationId xmlns:a16="http://schemas.microsoft.com/office/drawing/2014/main" id="{BF0AE6A4-01AB-1726-50F5-69F448FAC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4214" name="Group 35">
            <a:extLst>
              <a:ext uri="{FF2B5EF4-FFF2-40B4-BE49-F238E27FC236}">
                <a16:creationId xmlns:a16="http://schemas.microsoft.com/office/drawing/2014/main" id="{98968CC8-C9D8-DF95-C877-1F01E3FB19A4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4220" name="Oval 36">
              <a:extLst>
                <a:ext uri="{FF2B5EF4-FFF2-40B4-BE49-F238E27FC236}">
                  <a16:creationId xmlns:a16="http://schemas.microsoft.com/office/drawing/2014/main" id="{B7A84CEF-3C6B-78F5-70D0-CC00FE614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4221" name="Oval 37">
              <a:extLst>
                <a:ext uri="{FF2B5EF4-FFF2-40B4-BE49-F238E27FC236}">
                  <a16:creationId xmlns:a16="http://schemas.microsoft.com/office/drawing/2014/main" id="{477C4BCB-2810-ECF3-76D8-17B5D15F1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4222" name="Oval 38">
              <a:extLst>
                <a:ext uri="{FF2B5EF4-FFF2-40B4-BE49-F238E27FC236}">
                  <a16:creationId xmlns:a16="http://schemas.microsoft.com/office/drawing/2014/main" id="{80093DD8-B592-A28E-BEEB-221838333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4223" name="Oval 39">
              <a:extLst>
                <a:ext uri="{FF2B5EF4-FFF2-40B4-BE49-F238E27FC236}">
                  <a16:creationId xmlns:a16="http://schemas.microsoft.com/office/drawing/2014/main" id="{1A26205E-FB72-DD80-7AC4-1E99D7BDA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4224" name="Oval 40">
              <a:extLst>
                <a:ext uri="{FF2B5EF4-FFF2-40B4-BE49-F238E27FC236}">
                  <a16:creationId xmlns:a16="http://schemas.microsoft.com/office/drawing/2014/main" id="{AF0C1947-C992-DC40-971A-8DEFD51FD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4225" name="Oval 41">
              <a:extLst>
                <a:ext uri="{FF2B5EF4-FFF2-40B4-BE49-F238E27FC236}">
                  <a16:creationId xmlns:a16="http://schemas.microsoft.com/office/drawing/2014/main" id="{2B3CBAC9-C3FA-2F50-7023-100FD28A6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4215" name="AutoShape 42">
            <a:extLst>
              <a:ext uri="{FF2B5EF4-FFF2-40B4-BE49-F238E27FC236}">
                <a16:creationId xmlns:a16="http://schemas.microsoft.com/office/drawing/2014/main" id="{B9F2BBC3-0534-9778-68D8-82CC2B637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216" name="Oval 43">
            <a:extLst>
              <a:ext uri="{FF2B5EF4-FFF2-40B4-BE49-F238E27FC236}">
                <a16:creationId xmlns:a16="http://schemas.microsoft.com/office/drawing/2014/main" id="{FAA8BDB6-0444-60DD-D5CC-91021823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217" name="Oval 44">
            <a:extLst>
              <a:ext uri="{FF2B5EF4-FFF2-40B4-BE49-F238E27FC236}">
                <a16:creationId xmlns:a16="http://schemas.microsoft.com/office/drawing/2014/main" id="{25EA309F-9EF2-1F6F-4AAB-2F982C9AF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218" name="AutoShape 45">
            <a:extLst>
              <a:ext uri="{FF2B5EF4-FFF2-40B4-BE49-F238E27FC236}">
                <a16:creationId xmlns:a16="http://schemas.microsoft.com/office/drawing/2014/main" id="{5ABA65CA-A914-0E3D-7D53-D34D1B4BD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219" name="Oval 46">
            <a:extLst>
              <a:ext uri="{FF2B5EF4-FFF2-40B4-BE49-F238E27FC236}">
                <a16:creationId xmlns:a16="http://schemas.microsoft.com/office/drawing/2014/main" id="{6839CA43-9CE2-3AE6-93A2-AEEA1F725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4F51810-4454-8ADA-E470-7B3BAF815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4-Queens Problem</a:t>
            </a:r>
          </a:p>
        </p:txBody>
      </p:sp>
      <p:grpSp>
        <p:nvGrpSpPr>
          <p:cNvPr id="95235" name="Group 3">
            <a:extLst>
              <a:ext uri="{FF2B5EF4-FFF2-40B4-BE49-F238E27FC236}">
                <a16:creationId xmlns:a16="http://schemas.microsoft.com/office/drawing/2014/main" id="{0968A5DA-54DB-492C-8FB2-70EC6EC6A436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2133600" cy="2209800"/>
            <a:chOff x="624" y="1776"/>
            <a:chExt cx="1344" cy="1392"/>
          </a:xfrm>
        </p:grpSpPr>
        <p:grpSp>
          <p:nvGrpSpPr>
            <p:cNvPr id="95263" name="Group 4">
              <a:extLst>
                <a:ext uri="{FF2B5EF4-FFF2-40B4-BE49-F238E27FC236}">
                  <a16:creationId xmlns:a16="http://schemas.microsoft.com/office/drawing/2014/main" id="{ABEFAA04-7F9D-632F-386D-2684A9223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016"/>
              <a:ext cx="1152" cy="1152"/>
              <a:chOff x="576" y="1728"/>
              <a:chExt cx="1152" cy="1152"/>
            </a:xfrm>
          </p:grpSpPr>
          <p:sp>
            <p:nvSpPr>
              <p:cNvPr id="95272" name="Rectangle 5">
                <a:extLst>
                  <a:ext uri="{FF2B5EF4-FFF2-40B4-BE49-F238E27FC236}">
                    <a16:creationId xmlns:a16="http://schemas.microsoft.com/office/drawing/2014/main" id="{8A580542-51F2-310C-4B3F-9DF7F354D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728"/>
                <a:ext cx="1152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3" name="Rectangle 6">
                <a:extLst>
                  <a:ext uri="{FF2B5EF4-FFF2-40B4-BE49-F238E27FC236}">
                    <a16:creationId xmlns:a16="http://schemas.microsoft.com/office/drawing/2014/main" id="{6B9F494B-498E-3E6B-6897-D58C88FE6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4" name="Rectangle 7">
                <a:extLst>
                  <a:ext uri="{FF2B5EF4-FFF2-40B4-BE49-F238E27FC236}">
                    <a16:creationId xmlns:a16="http://schemas.microsoft.com/office/drawing/2014/main" id="{BED3407D-F82B-9F15-9A1D-48FC397E7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5" name="Rectangle 8">
                <a:extLst>
                  <a:ext uri="{FF2B5EF4-FFF2-40B4-BE49-F238E27FC236}">
                    <a16:creationId xmlns:a16="http://schemas.microsoft.com/office/drawing/2014/main" id="{C0EC6E64-58E1-DA17-55EE-0578253DA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6" name="Rectangle 9">
                <a:extLst>
                  <a:ext uri="{FF2B5EF4-FFF2-40B4-BE49-F238E27FC236}">
                    <a16:creationId xmlns:a16="http://schemas.microsoft.com/office/drawing/2014/main" id="{D830C39D-2E9A-D35F-B1DD-5796F1BD4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7" name="Rectangle 10">
                <a:extLst>
                  <a:ext uri="{FF2B5EF4-FFF2-40B4-BE49-F238E27FC236}">
                    <a16:creationId xmlns:a16="http://schemas.microsoft.com/office/drawing/2014/main" id="{B5C0E71F-C2C1-78EB-3566-6550A5EEF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304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8" name="Rectangle 11">
                <a:extLst>
                  <a:ext uri="{FF2B5EF4-FFF2-40B4-BE49-F238E27FC236}">
                    <a16:creationId xmlns:a16="http://schemas.microsoft.com/office/drawing/2014/main" id="{BC13EB61-AB1A-8AB7-1655-C10F84A5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016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79" name="Rectangle 12">
                <a:extLst>
                  <a:ext uri="{FF2B5EF4-FFF2-40B4-BE49-F238E27FC236}">
                    <a16:creationId xmlns:a16="http://schemas.microsoft.com/office/drawing/2014/main" id="{F85FC042-F694-0B04-8C61-E29C6C5D5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5280" name="Rectangle 13">
                <a:extLst>
                  <a:ext uri="{FF2B5EF4-FFF2-40B4-BE49-F238E27FC236}">
                    <a16:creationId xmlns:a16="http://schemas.microsoft.com/office/drawing/2014/main" id="{C55DB424-A93A-2B81-6110-A1746CB90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728"/>
                <a:ext cx="288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95264" name="Text Box 14">
              <a:extLst>
                <a:ext uri="{FF2B5EF4-FFF2-40B4-BE49-F238E27FC236}">
                  <a16:creationId xmlns:a16="http://schemas.microsoft.com/office/drawing/2014/main" id="{D57DBA91-B28C-F38D-FB11-7CA203CB9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1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95265" name="Text Box 15">
              <a:extLst>
                <a:ext uri="{FF2B5EF4-FFF2-40B4-BE49-F238E27FC236}">
                  <a16:creationId xmlns:a16="http://schemas.microsoft.com/office/drawing/2014/main" id="{82142035-45ED-9C60-8D7E-BA1DE7DEB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592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5266" name="Text Box 16">
              <a:extLst>
                <a:ext uri="{FF2B5EF4-FFF2-40B4-BE49-F238E27FC236}">
                  <a16:creationId xmlns:a16="http://schemas.microsoft.com/office/drawing/2014/main" id="{FAFF79B5-0546-E2A9-DFD2-3E6E733FD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304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5267" name="Text Box 17">
              <a:extLst>
                <a:ext uri="{FF2B5EF4-FFF2-40B4-BE49-F238E27FC236}">
                  <a16:creationId xmlns:a16="http://schemas.microsoft.com/office/drawing/2014/main" id="{82E38055-1245-9F76-4DCF-094077905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880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5268" name="Text Box 18">
              <a:extLst>
                <a:ext uri="{FF2B5EF4-FFF2-40B4-BE49-F238E27FC236}">
                  <a16:creationId xmlns:a16="http://schemas.microsoft.com/office/drawing/2014/main" id="{A4458966-24D8-4E48-9BAE-E4EBB6AC7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95269" name="Text Box 19">
              <a:extLst>
                <a:ext uri="{FF2B5EF4-FFF2-40B4-BE49-F238E27FC236}">
                  <a16:creationId xmlns:a16="http://schemas.microsoft.com/office/drawing/2014/main" id="{108EF195-64EA-C5C5-3F98-FA3C89922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95270" name="Text Box 20">
              <a:extLst>
                <a:ext uri="{FF2B5EF4-FFF2-40B4-BE49-F238E27FC236}">
                  <a16:creationId xmlns:a16="http://schemas.microsoft.com/office/drawing/2014/main" id="{936965F6-B6D5-BA64-987C-C9862AC93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95271" name="Text Box 21">
              <a:extLst>
                <a:ext uri="{FF2B5EF4-FFF2-40B4-BE49-F238E27FC236}">
                  <a16:creationId xmlns:a16="http://schemas.microsoft.com/office/drawing/2014/main" id="{54BD916A-2BF7-AD59-1B06-3E3F28EA8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776"/>
              <a:ext cx="203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95236" name="Group 22">
            <a:extLst>
              <a:ext uri="{FF2B5EF4-FFF2-40B4-BE49-F238E27FC236}">
                <a16:creationId xmlns:a16="http://schemas.microsoft.com/office/drawing/2014/main" id="{3E9EA80F-0260-A462-D25E-31850FAC5D22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2133600"/>
            <a:ext cx="3786188" cy="3276600"/>
            <a:chOff x="2421" y="1344"/>
            <a:chExt cx="2385" cy="2064"/>
          </a:xfrm>
        </p:grpSpPr>
        <p:grpSp>
          <p:nvGrpSpPr>
            <p:cNvPr id="95252" name="Group 23">
              <a:extLst>
                <a:ext uri="{FF2B5EF4-FFF2-40B4-BE49-F238E27FC236}">
                  <a16:creationId xmlns:a16="http://schemas.microsoft.com/office/drawing/2014/main" id="{A5E264DC-7B0F-7AC1-D2CB-A220637C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1" y="1344"/>
              <a:ext cx="2385" cy="2064"/>
              <a:chOff x="2421" y="1344"/>
              <a:chExt cx="2385" cy="2064"/>
            </a:xfrm>
          </p:grpSpPr>
          <p:sp>
            <p:nvSpPr>
              <p:cNvPr id="95259" name="Text Box 24">
                <a:extLst>
                  <a:ext uri="{FF2B5EF4-FFF2-40B4-BE49-F238E27FC236}">
                    <a16:creationId xmlns:a16="http://schemas.microsoft.com/office/drawing/2014/main" id="{5C3768BA-6AF5-C09C-B113-E1588F9573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" y="1344"/>
                <a:ext cx="91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X1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3300"/>
                    </a:solidFill>
                    <a:latin typeface="Tahoma" panose="020B0604030504040204" pitchFamily="34" charset="0"/>
                  </a:rPr>
                  <a:t>2</a:t>
                </a:r>
                <a:r>
                  <a:rPr lang="en-US" altLang="en-US" sz="2400">
                    <a:latin typeface="Tahoma" panose="020B0604030504040204" pitchFamily="34" charset="0"/>
                  </a:rPr>
                  <a:t>,3,4}</a:t>
                </a:r>
              </a:p>
            </p:txBody>
          </p:sp>
          <p:sp>
            <p:nvSpPr>
              <p:cNvPr id="95260" name="Text Box 25">
                <a:extLst>
                  <a:ext uri="{FF2B5EF4-FFF2-40B4-BE49-F238E27FC236}">
                    <a16:creationId xmlns:a16="http://schemas.microsoft.com/office/drawing/2014/main" id="{15A5B4EE-144F-70BD-12A0-EE4A70A62B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X3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1</a:t>
                </a:r>
                <a:r>
                  <a:rPr lang="en-US" altLang="en-US" sz="2400">
                    <a:latin typeface="Tahoma" panose="020B0604030504040204" pitchFamily="34" charset="0"/>
                  </a:rPr>
                  <a:t>,  ,  ,  }</a:t>
                </a:r>
              </a:p>
            </p:txBody>
          </p:sp>
          <p:sp>
            <p:nvSpPr>
              <p:cNvPr id="95261" name="Text Box 26">
                <a:extLst>
                  <a:ext uri="{FF2B5EF4-FFF2-40B4-BE49-F238E27FC236}">
                    <a16:creationId xmlns:a16="http://schemas.microsoft.com/office/drawing/2014/main" id="{BBE35A1D-B94D-2DF1-C404-C0577DDE2C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2880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X4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  ,  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3</a:t>
                </a:r>
                <a:r>
                  <a:rPr lang="en-US" altLang="en-US" sz="2400">
                    <a:latin typeface="Tahoma" panose="020B0604030504040204" pitchFamily="34" charset="0"/>
                  </a:rPr>
                  <a:t>,  }</a:t>
                </a:r>
              </a:p>
            </p:txBody>
          </p:sp>
          <p:sp>
            <p:nvSpPr>
              <p:cNvPr id="95262" name="Text Box 27">
                <a:extLst>
                  <a:ext uri="{FF2B5EF4-FFF2-40B4-BE49-F238E27FC236}">
                    <a16:creationId xmlns:a16="http://schemas.microsoft.com/office/drawing/2014/main" id="{5C90FA0A-F052-4322-4700-14709D902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1" y="1344"/>
                <a:ext cx="945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X2</a:t>
                </a:r>
              </a:p>
              <a:p>
                <a:pPr algn="ctr" eaLnBrk="1" hangingPunct="1"/>
                <a:r>
                  <a:rPr lang="en-US" altLang="en-US" sz="2400">
                    <a:latin typeface="Tahoma" panose="020B0604030504040204" pitchFamily="34" charset="0"/>
                  </a:rPr>
                  <a:t>{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chemeClr val="bg1"/>
                    </a:solidFill>
                    <a:latin typeface="Tahoma" panose="020B0604030504040204" pitchFamily="34" charset="0"/>
                  </a:rPr>
                  <a:t>  </a:t>
                </a:r>
                <a:r>
                  <a:rPr lang="en-US" altLang="en-US" sz="2400">
                    <a:latin typeface="Tahoma" panose="020B0604030504040204" pitchFamily="34" charset="0"/>
                  </a:rPr>
                  <a:t>,</a:t>
                </a:r>
                <a:r>
                  <a:rPr lang="en-US" alt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4</a:t>
                </a:r>
                <a:r>
                  <a:rPr lang="en-US" altLang="en-US" sz="2400">
                    <a:latin typeface="Tahoma" panose="020B0604030504040204" pitchFamily="34" charset="0"/>
                  </a:rPr>
                  <a:t>}</a:t>
                </a:r>
              </a:p>
            </p:txBody>
          </p:sp>
        </p:grpSp>
        <p:sp>
          <p:nvSpPr>
            <p:cNvPr id="95253" name="Line 28">
              <a:extLst>
                <a:ext uri="{FF2B5EF4-FFF2-40B4-BE49-F238E27FC236}">
                  <a16:creationId xmlns:a16="http://schemas.microsoft.com/office/drawing/2014/main" id="{CBBA68C7-BA3F-4BE2-C8E7-EA833BC94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4" name="Line 29">
              <a:extLst>
                <a:ext uri="{FF2B5EF4-FFF2-40B4-BE49-F238E27FC236}">
                  <a16:creationId xmlns:a16="http://schemas.microsoft.com/office/drawing/2014/main" id="{E6B8D8C0-302A-64D8-E875-17657B09F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5" name="Line 30">
              <a:extLst>
                <a:ext uri="{FF2B5EF4-FFF2-40B4-BE49-F238E27FC236}">
                  <a16:creationId xmlns:a16="http://schemas.microsoft.com/office/drawing/2014/main" id="{A6FDDCB2-65D1-03A9-EF93-2FC9E7B8F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6" name="Line 31">
              <a:extLst>
                <a:ext uri="{FF2B5EF4-FFF2-40B4-BE49-F238E27FC236}">
                  <a16:creationId xmlns:a16="http://schemas.microsoft.com/office/drawing/2014/main" id="{6F59AF23-008F-A451-38F2-12FADE1A1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7" name="Line 32">
              <a:extLst>
                <a:ext uri="{FF2B5EF4-FFF2-40B4-BE49-F238E27FC236}">
                  <a16:creationId xmlns:a16="http://schemas.microsoft.com/office/drawing/2014/main" id="{71E820E6-8B6E-E930-DE44-391C3D392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872"/>
              <a:ext cx="576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5258" name="Line 33">
              <a:extLst>
                <a:ext uri="{FF2B5EF4-FFF2-40B4-BE49-F238E27FC236}">
                  <a16:creationId xmlns:a16="http://schemas.microsoft.com/office/drawing/2014/main" id="{C528034F-0E38-3406-D442-53F081BBE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1872"/>
              <a:ext cx="52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5237" name="AutoShape 34">
            <a:extLst>
              <a:ext uri="{FF2B5EF4-FFF2-40B4-BE49-F238E27FC236}">
                <a16:creationId xmlns:a16="http://schemas.microsoft.com/office/drawing/2014/main" id="{362CC155-D023-2D66-C6B6-55178AE03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05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95238" name="Group 35">
            <a:extLst>
              <a:ext uri="{FF2B5EF4-FFF2-40B4-BE49-F238E27FC236}">
                <a16:creationId xmlns:a16="http://schemas.microsoft.com/office/drawing/2014/main" id="{2DF350F7-FBEF-6C9E-C283-C90162FB867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124200"/>
            <a:ext cx="1219200" cy="1676400"/>
            <a:chOff x="1296" y="1968"/>
            <a:chExt cx="768" cy="1056"/>
          </a:xfrm>
        </p:grpSpPr>
        <p:sp>
          <p:nvSpPr>
            <p:cNvPr id="95246" name="Oval 36">
              <a:extLst>
                <a:ext uri="{FF2B5EF4-FFF2-40B4-BE49-F238E27FC236}">
                  <a16:creationId xmlns:a16="http://schemas.microsoft.com/office/drawing/2014/main" id="{F523EEDC-B126-C88E-FB50-A3C244503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68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5247" name="Oval 37">
              <a:extLst>
                <a:ext uri="{FF2B5EF4-FFF2-40B4-BE49-F238E27FC236}">
                  <a16:creationId xmlns:a16="http://schemas.microsoft.com/office/drawing/2014/main" id="{C6F1D403-6E6E-0D06-E8E0-9B549A381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5248" name="Oval 38">
              <a:extLst>
                <a:ext uri="{FF2B5EF4-FFF2-40B4-BE49-F238E27FC236}">
                  <a16:creationId xmlns:a16="http://schemas.microsoft.com/office/drawing/2014/main" id="{8AEF5AC2-49D0-4DAE-A0CF-6815E5DAB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832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5249" name="Oval 39">
              <a:extLst>
                <a:ext uri="{FF2B5EF4-FFF2-40B4-BE49-F238E27FC236}">
                  <a16:creationId xmlns:a16="http://schemas.microsoft.com/office/drawing/2014/main" id="{A5186E81-033B-AA96-F152-2F1E4043A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5250" name="Oval 40">
              <a:extLst>
                <a:ext uri="{FF2B5EF4-FFF2-40B4-BE49-F238E27FC236}">
                  <a16:creationId xmlns:a16="http://schemas.microsoft.com/office/drawing/2014/main" id="{DC5DC152-6F0C-1FAE-B106-AEFE0BEDB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5251" name="Oval 41">
              <a:extLst>
                <a:ext uri="{FF2B5EF4-FFF2-40B4-BE49-F238E27FC236}">
                  <a16:creationId xmlns:a16="http://schemas.microsoft.com/office/drawing/2014/main" id="{21A28CDA-B59F-E3C5-D14A-684B1CD3D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56"/>
              <a:ext cx="192" cy="192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5239" name="AutoShape 42">
            <a:extLst>
              <a:ext uri="{FF2B5EF4-FFF2-40B4-BE49-F238E27FC236}">
                <a16:creationId xmlns:a16="http://schemas.microsoft.com/office/drawing/2014/main" id="{F6D51F9D-0619-23EC-C84F-50C552ADD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0" name="Oval 43">
            <a:extLst>
              <a:ext uri="{FF2B5EF4-FFF2-40B4-BE49-F238E27FC236}">
                <a16:creationId xmlns:a16="http://schemas.microsoft.com/office/drawing/2014/main" id="{EA120686-DE7E-AA6A-58A3-D716AD76D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038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1" name="Oval 44">
            <a:extLst>
              <a:ext uri="{FF2B5EF4-FFF2-40B4-BE49-F238E27FC236}">
                <a16:creationId xmlns:a16="http://schemas.microsoft.com/office/drawing/2014/main" id="{80076DAA-632A-1181-7613-71787C37A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2" name="AutoShape 45">
            <a:extLst>
              <a:ext uri="{FF2B5EF4-FFF2-40B4-BE49-F238E27FC236}">
                <a16:creationId xmlns:a16="http://schemas.microsoft.com/office/drawing/2014/main" id="{D94A97FF-6446-B451-B097-6E6083701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048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3" name="Oval 46">
            <a:extLst>
              <a:ext uri="{FF2B5EF4-FFF2-40B4-BE49-F238E27FC236}">
                <a16:creationId xmlns:a16="http://schemas.microsoft.com/office/drawing/2014/main" id="{EB27E644-B0B2-39FA-1978-3E16E81EA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124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4" name="AutoShape 47">
            <a:extLst>
              <a:ext uri="{FF2B5EF4-FFF2-40B4-BE49-F238E27FC236}">
                <a16:creationId xmlns:a16="http://schemas.microsoft.com/office/drawing/2014/main" id="{B533E665-74FA-2249-37E8-3EC749F2D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962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5245" name="Text Box 48">
            <a:extLst>
              <a:ext uri="{FF2B5EF4-FFF2-40B4-BE49-F238E27FC236}">
                <a16:creationId xmlns:a16="http://schemas.microsoft.com/office/drawing/2014/main" id="{08A583DB-DD0C-4D65-3DCE-6AD004EBC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6388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3300"/>
                </a:solidFill>
              </a:rPr>
              <a:t>Solution !!!!</a:t>
            </a:r>
            <a:endParaRPr lang="en-GB" altLang="en-US" b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06E40CD-7607-44F3-BAF4-9498D3C79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Constraint propagation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73D0F14-1077-4DB6-A714-2032F97E38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Forward checking propagates information from assigned to unassigned variables, but doesn't provide early detection for all failures: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NT and SA cannot both be blue!</a:t>
            </a:r>
          </a:p>
          <a:p>
            <a:endParaRPr lang="en-US" altLang="en-US" sz="2400" dirty="0"/>
          </a:p>
          <a:p>
            <a:r>
              <a:rPr lang="en-US" altLang="en-US" sz="2400" dirty="0">
                <a:solidFill>
                  <a:srgbClr val="0070C0"/>
                </a:solidFill>
              </a:rPr>
              <a:t>Constraint propagation </a:t>
            </a:r>
            <a:r>
              <a:rPr lang="en-US" altLang="en-US" sz="2400" dirty="0"/>
              <a:t>repeatedly enforces constraints locally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94290A9-1895-4100-987B-9A0B4A2F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0B7C-85A8-42BD-BD34-586D66C0639E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97FF01-D37E-46F9-8AB5-F0B45824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CD3BA-D15C-4253-9624-FF2FB0E67658}" type="slidenum">
              <a:rPr lang="en-US" altLang="en-US"/>
              <a:pPr/>
              <a:t>53</a:t>
            </a:fld>
            <a:endParaRPr lang="en-US" altLang="en-US"/>
          </a:p>
        </p:txBody>
      </p:sp>
      <p:pic>
        <p:nvPicPr>
          <p:cNvPr id="28676" name="Picture 4" descr="forward-checking-progress3c">
            <a:extLst>
              <a:ext uri="{FF2B5EF4-FFF2-40B4-BE49-F238E27FC236}">
                <a16:creationId xmlns:a16="http://schemas.microsoft.com/office/drawing/2014/main" id="{CD35C500-6484-4D0A-BDCB-F1B129F60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9400"/>
            <a:ext cx="513397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817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71C2DB5-3FB1-4078-97FC-DB0424375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 consistency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A49CF3D-8670-44E6-9D6E-D22CCE1F46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Simplest form of propagation makes each arc </a:t>
            </a:r>
            <a:r>
              <a:rPr lang="en-US" altLang="en-US" sz="2400" dirty="0">
                <a:solidFill>
                  <a:srgbClr val="0070C0"/>
                </a:solidFill>
              </a:rPr>
              <a:t>consistent</a:t>
            </a:r>
          </a:p>
          <a:p>
            <a:r>
              <a:rPr lang="en-US" altLang="en-US" sz="2400" i="1" dirty="0"/>
              <a:t>X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i="1" dirty="0"/>
              <a:t>Y</a:t>
            </a:r>
            <a:r>
              <a:rPr lang="en-US" altLang="en-US" sz="2400" dirty="0"/>
              <a:t> is consistent </a:t>
            </a:r>
            <a:r>
              <a:rPr lang="en-US" altLang="en-US" sz="2400" dirty="0" err="1"/>
              <a:t>iff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for </a:t>
            </a:r>
            <a:r>
              <a:rPr lang="en-US" altLang="en-US" sz="2000" dirty="0">
                <a:solidFill>
                  <a:srgbClr val="FF0000"/>
                </a:solidFill>
              </a:rPr>
              <a:t>every</a:t>
            </a:r>
            <a:r>
              <a:rPr lang="en-US" altLang="en-US" sz="2000" dirty="0"/>
              <a:t> value </a:t>
            </a:r>
            <a:r>
              <a:rPr lang="en-US" altLang="en-US" sz="2000" i="1" dirty="0"/>
              <a:t>x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X </a:t>
            </a:r>
            <a:r>
              <a:rPr lang="en-US" altLang="en-US" sz="2000" dirty="0"/>
              <a:t>there is </a:t>
            </a:r>
            <a:r>
              <a:rPr lang="en-US" altLang="en-US" sz="2000" dirty="0">
                <a:solidFill>
                  <a:srgbClr val="FF0000"/>
                </a:solidFill>
              </a:rPr>
              <a:t>some</a:t>
            </a:r>
            <a:r>
              <a:rPr lang="en-US" altLang="en-US" sz="2000" dirty="0"/>
              <a:t> allowed </a:t>
            </a:r>
            <a:r>
              <a:rPr lang="en-US" altLang="en-US" sz="2000" i="1" dirty="0"/>
              <a:t>y</a:t>
            </a:r>
            <a:r>
              <a:rPr lang="en-US" altLang="en-US" sz="2000" dirty="0"/>
              <a:t>
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A61748-F9FD-4E0B-BE5C-19B8FBA4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4E3B-DEB4-4F61-BC2E-BEE20195F67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B875D2-3D7B-473E-A35A-1654274F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87FEE-3663-442C-891F-2D891978F03C}" type="slidenum">
              <a:rPr lang="en-US" altLang="en-US"/>
              <a:pPr/>
              <a:t>54</a:t>
            </a:fld>
            <a:endParaRPr lang="en-US" altLang="en-US"/>
          </a:p>
        </p:txBody>
      </p:sp>
      <p:pic>
        <p:nvPicPr>
          <p:cNvPr id="50182" name="Picture 6" descr="ac-example1c">
            <a:extLst>
              <a:ext uri="{FF2B5EF4-FFF2-40B4-BE49-F238E27FC236}">
                <a16:creationId xmlns:a16="http://schemas.microsoft.com/office/drawing/2014/main" id="{42A88395-5E5D-444A-9C96-0ED0496F1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648075"/>
            <a:ext cx="51339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3906E99-7DAE-4CF6-AADD-3E03839E2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 consistency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3BD0148-9CF3-448A-A133-FF3748B7D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Simplest form of propagation makes each arc </a:t>
            </a:r>
            <a:r>
              <a:rPr lang="en-US" altLang="en-US" sz="2400" dirty="0">
                <a:solidFill>
                  <a:srgbClr val="0070C0"/>
                </a:solidFill>
              </a:rPr>
              <a:t>consistent</a:t>
            </a:r>
          </a:p>
          <a:p>
            <a:r>
              <a:rPr lang="en-US" altLang="en-US" sz="2400" i="1" dirty="0"/>
              <a:t>X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i="1" dirty="0"/>
              <a:t>Y</a:t>
            </a:r>
            <a:r>
              <a:rPr lang="en-US" altLang="en-US" sz="2400" dirty="0"/>
              <a:t> is consistent </a:t>
            </a:r>
            <a:r>
              <a:rPr lang="en-US" altLang="en-US" sz="2400" dirty="0" err="1"/>
              <a:t>iff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for </a:t>
            </a:r>
            <a:r>
              <a:rPr lang="en-US" altLang="en-US" sz="2000" dirty="0">
                <a:solidFill>
                  <a:srgbClr val="FF0000"/>
                </a:solidFill>
              </a:rPr>
              <a:t>every</a:t>
            </a:r>
            <a:r>
              <a:rPr lang="en-US" altLang="en-US" sz="2000" dirty="0"/>
              <a:t> value </a:t>
            </a:r>
            <a:r>
              <a:rPr lang="en-US" altLang="en-US" sz="2000" i="1" dirty="0"/>
              <a:t>x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X </a:t>
            </a:r>
            <a:r>
              <a:rPr lang="en-US" altLang="en-US" sz="2000" dirty="0"/>
              <a:t>there is </a:t>
            </a:r>
            <a:r>
              <a:rPr lang="en-US" altLang="en-US" sz="2000" dirty="0">
                <a:solidFill>
                  <a:srgbClr val="FF0000"/>
                </a:solidFill>
              </a:rPr>
              <a:t>some</a:t>
            </a:r>
            <a:r>
              <a:rPr lang="en-US" altLang="en-US" sz="2000" dirty="0"/>
              <a:t> allowed </a:t>
            </a:r>
            <a:r>
              <a:rPr lang="en-US" altLang="en-US" sz="2000" i="1" dirty="0"/>
              <a:t>y</a:t>
            </a:r>
            <a:r>
              <a:rPr lang="en-US" altLang="en-US" sz="2000" dirty="0"/>
              <a:t>
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7B30A2A-C73F-4BE0-A6DC-2CE9B4DF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5C46-21D0-4E24-97E6-1C19F215A25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944D472-3942-467F-8CAC-E8FF68A1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F48A9-2F5B-4F97-AA41-ECC05CEA219F}" type="slidenum">
              <a:rPr lang="en-US" altLang="en-US"/>
              <a:pPr/>
              <a:t>55</a:t>
            </a:fld>
            <a:endParaRPr lang="en-US" altLang="en-US"/>
          </a:p>
        </p:txBody>
      </p:sp>
      <p:pic>
        <p:nvPicPr>
          <p:cNvPr id="29702" name="Picture 6" descr="ac-example2c">
            <a:extLst>
              <a:ext uri="{FF2B5EF4-FFF2-40B4-BE49-F238E27FC236}">
                <a16:creationId xmlns:a16="http://schemas.microsoft.com/office/drawing/2014/main" id="{5C903B38-ED41-4534-8307-A6D0480E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657600"/>
            <a:ext cx="51339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2442888-66B9-48C1-9C5E-A9FF9E63A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 consistency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C9E1208-1600-409A-B991-587E6DAF0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Simplest form of propagation makes each arc </a:t>
            </a:r>
            <a:r>
              <a:rPr lang="en-US" altLang="en-US" sz="2400" dirty="0">
                <a:solidFill>
                  <a:srgbClr val="0070C0"/>
                </a:solidFill>
              </a:rPr>
              <a:t>consistent</a:t>
            </a:r>
          </a:p>
          <a:p>
            <a:r>
              <a:rPr lang="en-US" altLang="en-US" sz="2400" i="1" dirty="0"/>
              <a:t>X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i="1" dirty="0"/>
              <a:t>Y</a:t>
            </a:r>
            <a:r>
              <a:rPr lang="en-US" altLang="en-US" sz="2400" dirty="0"/>
              <a:t> is consistent </a:t>
            </a:r>
            <a:r>
              <a:rPr lang="en-US" altLang="en-US" sz="2400" dirty="0" err="1"/>
              <a:t>iff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for </a:t>
            </a:r>
            <a:r>
              <a:rPr lang="en-US" altLang="en-US" sz="2000" dirty="0">
                <a:solidFill>
                  <a:srgbClr val="FF0000"/>
                </a:solidFill>
              </a:rPr>
              <a:t>every</a:t>
            </a:r>
            <a:r>
              <a:rPr lang="en-US" altLang="en-US" sz="2000" dirty="0"/>
              <a:t> value </a:t>
            </a:r>
            <a:r>
              <a:rPr lang="en-US" altLang="en-US" sz="2000" i="1" dirty="0"/>
              <a:t>x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X </a:t>
            </a:r>
            <a:r>
              <a:rPr lang="en-US" altLang="en-US" sz="2000" dirty="0"/>
              <a:t>there is </a:t>
            </a:r>
            <a:r>
              <a:rPr lang="en-US" altLang="en-US" sz="2000" dirty="0">
                <a:solidFill>
                  <a:srgbClr val="FF0000"/>
                </a:solidFill>
              </a:rPr>
              <a:t>some</a:t>
            </a:r>
            <a:r>
              <a:rPr lang="en-US" altLang="en-US" sz="2000" dirty="0"/>
              <a:t> allowed </a:t>
            </a:r>
            <a:r>
              <a:rPr lang="en-US" altLang="en-US" sz="2000" i="1" dirty="0"/>
              <a:t>y</a:t>
            </a:r>
            <a:r>
              <a:rPr lang="en-US" altLang="en-US" sz="2000" dirty="0"/>
              <a:t>
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If </a:t>
            </a:r>
            <a:r>
              <a:rPr lang="en-US" altLang="en-US" sz="2400" i="1" dirty="0"/>
              <a:t>X</a:t>
            </a:r>
            <a:r>
              <a:rPr lang="en-US" altLang="en-US" sz="2400" dirty="0"/>
              <a:t> loses a value, neighbors of </a:t>
            </a:r>
            <a:r>
              <a:rPr lang="en-US" altLang="en-US" sz="2400" i="1" dirty="0"/>
              <a:t>X</a:t>
            </a:r>
            <a:r>
              <a:rPr lang="en-US" altLang="en-US" sz="2400" dirty="0"/>
              <a:t> need to be rechecked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D663E2-7C3D-4D91-B65B-8AFB7BA6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F5B9-7CC7-4435-A584-C4243177E97B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02927B-BD3D-4350-953F-D4261C0D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E33A-2F34-40C8-91B3-76D54B6CE7C1}" type="slidenum">
              <a:rPr lang="en-US" altLang="en-US"/>
              <a:pPr/>
              <a:t>56</a:t>
            </a:fld>
            <a:endParaRPr lang="en-US" altLang="en-US"/>
          </a:p>
        </p:txBody>
      </p:sp>
      <p:pic>
        <p:nvPicPr>
          <p:cNvPr id="48134" name="Picture 6" descr="ac-example3c">
            <a:extLst>
              <a:ext uri="{FF2B5EF4-FFF2-40B4-BE49-F238E27FC236}">
                <a16:creationId xmlns:a16="http://schemas.microsoft.com/office/drawing/2014/main" id="{B884C1C8-A50A-41BA-83E5-0E32ED80C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3648075"/>
            <a:ext cx="51339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2442888-66B9-48C1-9C5E-A9FF9E63A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 consistency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C9E1208-1600-409A-B991-587E6DAF0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2400" dirty="0"/>
              <a:t>Simplest form of propagation makes each arc </a:t>
            </a:r>
            <a:r>
              <a:rPr lang="en-US" altLang="en-US" sz="2400" dirty="0">
                <a:solidFill>
                  <a:srgbClr val="0070C0"/>
                </a:solidFill>
              </a:rPr>
              <a:t>consistent</a:t>
            </a:r>
          </a:p>
          <a:p>
            <a:r>
              <a:rPr lang="en-US" altLang="en-US" sz="2400" i="1" dirty="0"/>
              <a:t>X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i="1" dirty="0"/>
              <a:t>Y</a:t>
            </a:r>
            <a:r>
              <a:rPr lang="en-US" altLang="en-US" sz="2400" dirty="0"/>
              <a:t> is consistent </a:t>
            </a:r>
            <a:r>
              <a:rPr lang="en-US" altLang="en-US" sz="2400" dirty="0" err="1"/>
              <a:t>iff</a:t>
            </a:r>
            <a:endParaRPr lang="en-US" altLang="en-US" sz="2400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dirty="0"/>
              <a:t>for </a:t>
            </a:r>
            <a:r>
              <a:rPr lang="en-US" altLang="en-US" sz="2000" dirty="0">
                <a:solidFill>
                  <a:srgbClr val="FF0000"/>
                </a:solidFill>
              </a:rPr>
              <a:t>every</a:t>
            </a:r>
            <a:r>
              <a:rPr lang="en-US" altLang="en-US" sz="2000" dirty="0"/>
              <a:t> value </a:t>
            </a:r>
            <a:r>
              <a:rPr lang="en-US" altLang="en-US" sz="2000" i="1" dirty="0"/>
              <a:t>x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X </a:t>
            </a:r>
            <a:r>
              <a:rPr lang="en-US" altLang="en-US" sz="2000" dirty="0"/>
              <a:t>there is </a:t>
            </a:r>
            <a:r>
              <a:rPr lang="en-US" altLang="en-US" sz="2000" dirty="0">
                <a:solidFill>
                  <a:srgbClr val="FF0000"/>
                </a:solidFill>
              </a:rPr>
              <a:t>some</a:t>
            </a:r>
            <a:r>
              <a:rPr lang="en-US" altLang="en-US" sz="2000" dirty="0"/>
              <a:t> allowed </a:t>
            </a:r>
            <a:r>
              <a:rPr lang="en-US" altLang="en-US" sz="2000" i="1" dirty="0"/>
              <a:t>y</a:t>
            </a:r>
            <a:r>
              <a:rPr lang="en-US" altLang="en-US" sz="2000" dirty="0"/>
              <a:t>
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sz="18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If </a:t>
            </a:r>
            <a:r>
              <a:rPr lang="en-US" altLang="en-US" sz="2400" i="1" dirty="0"/>
              <a:t>X</a:t>
            </a:r>
            <a:r>
              <a:rPr lang="en-US" altLang="en-US" sz="2400" dirty="0"/>
              <a:t> loses a value, neighbors of </a:t>
            </a:r>
            <a:r>
              <a:rPr lang="en-US" altLang="en-US" sz="2400" i="1" dirty="0"/>
              <a:t>X</a:t>
            </a:r>
            <a:r>
              <a:rPr lang="en-US" altLang="en-US" sz="2400" dirty="0"/>
              <a:t> need to be rechecked</a:t>
            </a:r>
          </a:p>
          <a:p>
            <a:r>
              <a:rPr lang="en-US" altLang="en-US" sz="2400" dirty="0"/>
              <a:t>Arc consistency detects failure earlier than forward checking</a:t>
            </a:r>
          </a:p>
          <a:p>
            <a:r>
              <a:rPr lang="en-US" altLang="en-US" sz="2400" dirty="0"/>
              <a:t>Can be run as a preprocessor or after each assignment</a:t>
            </a:r>
          </a:p>
          <a:p>
            <a:endParaRPr lang="en-US" altLang="en-US" sz="2400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BD663E2-7C3D-4D91-B65B-8AFB7BA6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0719-93A7-4899-A91D-953ABFDFAC01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02927B-BD3D-4350-953F-D4261C0D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6E33A-2F34-40C8-91B3-76D54B6CE7C1}" type="slidenum">
              <a:rPr lang="en-US" altLang="en-US"/>
              <a:pPr/>
              <a:t>57</a:t>
            </a:fld>
            <a:endParaRPr lang="en-US" altLang="en-US"/>
          </a:p>
        </p:txBody>
      </p:sp>
      <p:pic>
        <p:nvPicPr>
          <p:cNvPr id="8" name="Picture 6" descr="ac-example4c">
            <a:extLst>
              <a:ext uri="{FF2B5EF4-FFF2-40B4-BE49-F238E27FC236}">
                <a16:creationId xmlns:a16="http://schemas.microsoft.com/office/drawing/2014/main" id="{B035C4D1-AD44-43DA-B6A0-4E292884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71800"/>
            <a:ext cx="51339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1083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DC9F1CF-FC2A-432C-8BB5-D47C5456E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Arc consistency algorithm AC-3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BB5ECAD-F5D2-4803-B424-17DC2360B5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559425"/>
            <a:ext cx="8650288" cy="573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Time complexity: O(n</a:t>
            </a:r>
            <a:r>
              <a:rPr lang="en-US" altLang="en-US" baseline="30000" dirty="0"/>
              <a:t>2</a:t>
            </a:r>
            <a:r>
              <a:rPr lang="en-US" altLang="en-US" dirty="0"/>
              <a:t>d</a:t>
            </a:r>
            <a:r>
              <a:rPr lang="en-US" altLang="en-US" baseline="30000" dirty="0"/>
              <a:t>3</a:t>
            </a:r>
            <a:r>
              <a:rPr lang="en-US" altLang="en-US" dirty="0"/>
              <a:t>)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D0B762-2678-42BB-8922-414DD40A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0216-88E6-4D41-9BD9-D0C3D2B0B6C0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E10EC94-9624-4414-8A23-513E255C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0EA60-3625-4393-AD69-BFF1787CE15A}" type="slidenum">
              <a:rPr lang="en-US" altLang="en-US"/>
              <a:pPr/>
              <a:t>58</a:t>
            </a:fld>
            <a:endParaRPr lang="en-US" altLang="en-US"/>
          </a:p>
        </p:txBody>
      </p:sp>
      <p:pic>
        <p:nvPicPr>
          <p:cNvPr id="33796" name="Picture 4">
            <a:extLst>
              <a:ext uri="{FF2B5EF4-FFF2-40B4-BE49-F238E27FC236}">
                <a16:creationId xmlns:a16="http://schemas.microsoft.com/office/drawing/2014/main" id="{CAD2CA5E-3C1E-4784-A699-876D37051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6" t="21875" r="13281" b="22917"/>
          <a:stretch>
            <a:fillRect/>
          </a:stretch>
        </p:blipFill>
        <p:spPr bwMode="auto">
          <a:xfrm>
            <a:off x="1295400" y="1371600"/>
            <a:ext cx="6858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74F9261-9E36-4C52-AC80-D9539B5DD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18787" name="Oval 3">
            <a:extLst>
              <a:ext uri="{FF2B5EF4-FFF2-40B4-BE49-F238E27FC236}">
                <a16:creationId xmlns:a16="http://schemas.microsoft.com/office/drawing/2014/main" id="{FDDC924C-EE0C-47D1-9AC8-EBBDCE7A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8" name="Oval 4">
            <a:extLst>
              <a:ext uri="{FF2B5EF4-FFF2-40B4-BE49-F238E27FC236}">
                <a16:creationId xmlns:a16="http://schemas.microsoft.com/office/drawing/2014/main" id="{67234677-DABF-4A0A-8AC2-3DD5FF5FE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9" name="Oval 5">
            <a:extLst>
              <a:ext uri="{FF2B5EF4-FFF2-40B4-BE49-F238E27FC236}">
                <a16:creationId xmlns:a16="http://schemas.microsoft.com/office/drawing/2014/main" id="{CF265D70-E903-4808-BEB2-7DF41590F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90" name="Oval 6">
            <a:extLst>
              <a:ext uri="{FF2B5EF4-FFF2-40B4-BE49-F238E27FC236}">
                <a16:creationId xmlns:a16="http://schemas.microsoft.com/office/drawing/2014/main" id="{2987CA8E-B96A-4D95-9B60-168395D64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91" name="Oval 7">
            <a:extLst>
              <a:ext uri="{FF2B5EF4-FFF2-40B4-BE49-F238E27FC236}">
                <a16:creationId xmlns:a16="http://schemas.microsoft.com/office/drawing/2014/main" id="{399C02B2-A750-4F2A-84E4-867BD9358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92" name="Line 8">
            <a:extLst>
              <a:ext uri="{FF2B5EF4-FFF2-40B4-BE49-F238E27FC236}">
                <a16:creationId xmlns:a16="http://schemas.microsoft.com/office/drawing/2014/main" id="{B1CE7B9F-38ED-4148-9C3F-E6A80203CD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3" name="Line 9">
            <a:extLst>
              <a:ext uri="{FF2B5EF4-FFF2-40B4-BE49-F238E27FC236}">
                <a16:creationId xmlns:a16="http://schemas.microsoft.com/office/drawing/2014/main" id="{F529E133-F95B-4E7A-94E6-969E9C175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4" name="Line 10">
            <a:extLst>
              <a:ext uri="{FF2B5EF4-FFF2-40B4-BE49-F238E27FC236}">
                <a16:creationId xmlns:a16="http://schemas.microsoft.com/office/drawing/2014/main" id="{26020923-CF0B-430E-A035-11A8C6CC16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5" name="Line 11">
            <a:extLst>
              <a:ext uri="{FF2B5EF4-FFF2-40B4-BE49-F238E27FC236}">
                <a16:creationId xmlns:a16="http://schemas.microsoft.com/office/drawing/2014/main" id="{6AE6D171-37F5-4AE3-AD59-9BC2BECE3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6" name="Line 12">
            <a:extLst>
              <a:ext uri="{FF2B5EF4-FFF2-40B4-BE49-F238E27FC236}">
                <a16:creationId xmlns:a16="http://schemas.microsoft.com/office/drawing/2014/main" id="{8C2867FC-DB3D-4BF5-A3F3-9F02F2C54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7" name="Line 13">
            <a:extLst>
              <a:ext uri="{FF2B5EF4-FFF2-40B4-BE49-F238E27FC236}">
                <a16:creationId xmlns:a16="http://schemas.microsoft.com/office/drawing/2014/main" id="{0A1BE592-A804-426E-A29C-856028284A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8" name="Line 14">
            <a:extLst>
              <a:ext uri="{FF2B5EF4-FFF2-40B4-BE49-F238E27FC236}">
                <a16:creationId xmlns:a16="http://schemas.microsoft.com/office/drawing/2014/main" id="{636910F0-85B7-45FD-B423-D22C5BDB0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9" name="Text Box 15">
            <a:extLst>
              <a:ext uri="{FF2B5EF4-FFF2-40B4-BE49-F238E27FC236}">
                <a16:creationId xmlns:a16="http://schemas.microsoft.com/office/drawing/2014/main" id="{CE5E8D5E-A802-4B75-A757-806F95994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8800" name="Text Box 16">
            <a:extLst>
              <a:ext uri="{FF2B5EF4-FFF2-40B4-BE49-F238E27FC236}">
                <a16:creationId xmlns:a16="http://schemas.microsoft.com/office/drawing/2014/main" id="{75CBC587-C299-4213-946A-668E3F406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8801" name="Text Box 17">
            <a:extLst>
              <a:ext uri="{FF2B5EF4-FFF2-40B4-BE49-F238E27FC236}">
                <a16:creationId xmlns:a16="http://schemas.microsoft.com/office/drawing/2014/main" id="{5C605ABF-E52A-4D7A-8A79-DA62C24FE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8802" name="Text Box 18">
            <a:extLst>
              <a:ext uri="{FF2B5EF4-FFF2-40B4-BE49-F238E27FC236}">
                <a16:creationId xmlns:a16="http://schemas.microsoft.com/office/drawing/2014/main" id="{439F708B-F877-4645-B7AF-7997C0EA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8803" name="Text Box 19">
            <a:extLst>
              <a:ext uri="{FF2B5EF4-FFF2-40B4-BE49-F238E27FC236}">
                <a16:creationId xmlns:a16="http://schemas.microsoft.com/office/drawing/2014/main" id="{628F6CDD-538C-41E6-9E40-2F250C18D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31D066DE-0846-4A1D-A3A9-001DEA1C8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19811" name="Oval 3">
            <a:extLst>
              <a:ext uri="{FF2B5EF4-FFF2-40B4-BE49-F238E27FC236}">
                <a16:creationId xmlns:a16="http://schemas.microsoft.com/office/drawing/2014/main" id="{6A1C7176-1419-40AD-BC75-98C90C573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2" name="Oval 4">
            <a:extLst>
              <a:ext uri="{FF2B5EF4-FFF2-40B4-BE49-F238E27FC236}">
                <a16:creationId xmlns:a16="http://schemas.microsoft.com/office/drawing/2014/main" id="{E31EDE57-581C-49EE-87FF-53566857F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3" name="Oval 5">
            <a:extLst>
              <a:ext uri="{FF2B5EF4-FFF2-40B4-BE49-F238E27FC236}">
                <a16:creationId xmlns:a16="http://schemas.microsoft.com/office/drawing/2014/main" id="{8DDA04D4-D59E-4FF3-8C5D-D0508F186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4" name="Oval 6">
            <a:extLst>
              <a:ext uri="{FF2B5EF4-FFF2-40B4-BE49-F238E27FC236}">
                <a16:creationId xmlns:a16="http://schemas.microsoft.com/office/drawing/2014/main" id="{936536BF-D381-4B9A-AF4D-5501A740E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5" name="Oval 7">
            <a:extLst>
              <a:ext uri="{FF2B5EF4-FFF2-40B4-BE49-F238E27FC236}">
                <a16:creationId xmlns:a16="http://schemas.microsoft.com/office/drawing/2014/main" id="{295921BF-1431-450A-9BE7-A2B103B98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816" name="Line 8">
            <a:extLst>
              <a:ext uri="{FF2B5EF4-FFF2-40B4-BE49-F238E27FC236}">
                <a16:creationId xmlns:a16="http://schemas.microsoft.com/office/drawing/2014/main" id="{7642B3C1-D19C-417B-9899-815CF268E4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7" name="Line 9">
            <a:extLst>
              <a:ext uri="{FF2B5EF4-FFF2-40B4-BE49-F238E27FC236}">
                <a16:creationId xmlns:a16="http://schemas.microsoft.com/office/drawing/2014/main" id="{6FAAED76-0032-4C83-8760-67ECA9B81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10">
            <a:extLst>
              <a:ext uri="{FF2B5EF4-FFF2-40B4-BE49-F238E27FC236}">
                <a16:creationId xmlns:a16="http://schemas.microsoft.com/office/drawing/2014/main" id="{124584B0-1F04-44E6-AF1E-D57E0E50E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1">
            <a:extLst>
              <a:ext uri="{FF2B5EF4-FFF2-40B4-BE49-F238E27FC236}">
                <a16:creationId xmlns:a16="http://schemas.microsoft.com/office/drawing/2014/main" id="{5F6939B7-7723-4653-BCBC-B5F710CD3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0" name="Line 12">
            <a:extLst>
              <a:ext uri="{FF2B5EF4-FFF2-40B4-BE49-F238E27FC236}">
                <a16:creationId xmlns:a16="http://schemas.microsoft.com/office/drawing/2014/main" id="{B936EFE0-1184-4050-9EEE-1D2736088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Line 13">
            <a:extLst>
              <a:ext uri="{FF2B5EF4-FFF2-40B4-BE49-F238E27FC236}">
                <a16:creationId xmlns:a16="http://schemas.microsoft.com/office/drawing/2014/main" id="{30168065-35C0-418F-9344-D1B769081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2" name="Line 14">
            <a:extLst>
              <a:ext uri="{FF2B5EF4-FFF2-40B4-BE49-F238E27FC236}">
                <a16:creationId xmlns:a16="http://schemas.microsoft.com/office/drawing/2014/main" id="{6AE32D67-DA40-42FB-A495-86A0B9D63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3" name="Text Box 15">
            <a:extLst>
              <a:ext uri="{FF2B5EF4-FFF2-40B4-BE49-F238E27FC236}">
                <a16:creationId xmlns:a16="http://schemas.microsoft.com/office/drawing/2014/main" id="{EAC21ED7-D534-4EBD-84A6-721696851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9824" name="Text Box 16">
            <a:extLst>
              <a:ext uri="{FF2B5EF4-FFF2-40B4-BE49-F238E27FC236}">
                <a16:creationId xmlns:a16="http://schemas.microsoft.com/office/drawing/2014/main" id="{01C833C2-BAA3-473E-B4D2-EAFC40E5A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9825" name="Text Box 17">
            <a:extLst>
              <a:ext uri="{FF2B5EF4-FFF2-40B4-BE49-F238E27FC236}">
                <a16:creationId xmlns:a16="http://schemas.microsoft.com/office/drawing/2014/main" id="{06C90BAD-30E1-4D33-A0B3-28C4F7673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9826" name="Text Box 18">
            <a:extLst>
              <a:ext uri="{FF2B5EF4-FFF2-40B4-BE49-F238E27FC236}">
                <a16:creationId xmlns:a16="http://schemas.microsoft.com/office/drawing/2014/main" id="{29359127-7B7B-4F09-9AD0-D6071117D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9827" name="Text Box 19">
            <a:extLst>
              <a:ext uri="{FF2B5EF4-FFF2-40B4-BE49-F238E27FC236}">
                <a16:creationId xmlns:a16="http://schemas.microsoft.com/office/drawing/2014/main" id="{3BC3D7AC-C1B7-416B-9BA3-60DEC4568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19828" name="Line 20">
            <a:extLst>
              <a:ext uri="{FF2B5EF4-FFF2-40B4-BE49-F238E27FC236}">
                <a16:creationId xmlns:a16="http://schemas.microsoft.com/office/drawing/2014/main" id="{27737A57-A11F-4E12-BDE3-3997AFB544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22860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617C392C-16B4-4009-8B54-5CAC06368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0835" name="Oval 3">
            <a:extLst>
              <a:ext uri="{FF2B5EF4-FFF2-40B4-BE49-F238E27FC236}">
                <a16:creationId xmlns:a16="http://schemas.microsoft.com/office/drawing/2014/main" id="{A18B7BB7-471F-4A6B-B377-0BF7E849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36" name="Oval 4">
            <a:extLst>
              <a:ext uri="{FF2B5EF4-FFF2-40B4-BE49-F238E27FC236}">
                <a16:creationId xmlns:a16="http://schemas.microsoft.com/office/drawing/2014/main" id="{D11A3490-EB4E-4976-A8E5-2956F882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37" name="Oval 5">
            <a:extLst>
              <a:ext uri="{FF2B5EF4-FFF2-40B4-BE49-F238E27FC236}">
                <a16:creationId xmlns:a16="http://schemas.microsoft.com/office/drawing/2014/main" id="{7F4A6A95-E0C8-4A23-962D-F0F3D4F1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38" name="Oval 6">
            <a:extLst>
              <a:ext uri="{FF2B5EF4-FFF2-40B4-BE49-F238E27FC236}">
                <a16:creationId xmlns:a16="http://schemas.microsoft.com/office/drawing/2014/main" id="{991EE06D-7981-4961-8920-D05BBF46E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39" name="Oval 7">
            <a:extLst>
              <a:ext uri="{FF2B5EF4-FFF2-40B4-BE49-F238E27FC236}">
                <a16:creationId xmlns:a16="http://schemas.microsoft.com/office/drawing/2014/main" id="{FFCFE037-BF6C-4272-B8B7-EE324EFA5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0840" name="Line 8">
            <a:extLst>
              <a:ext uri="{FF2B5EF4-FFF2-40B4-BE49-F238E27FC236}">
                <a16:creationId xmlns:a16="http://schemas.microsoft.com/office/drawing/2014/main" id="{AC6FA48B-F4B9-4F1A-A08C-B0ED2D1D48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1" name="Line 9">
            <a:extLst>
              <a:ext uri="{FF2B5EF4-FFF2-40B4-BE49-F238E27FC236}">
                <a16:creationId xmlns:a16="http://schemas.microsoft.com/office/drawing/2014/main" id="{9F4B7E50-3034-448E-A332-477EDB2C8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2" name="Line 10">
            <a:extLst>
              <a:ext uri="{FF2B5EF4-FFF2-40B4-BE49-F238E27FC236}">
                <a16:creationId xmlns:a16="http://schemas.microsoft.com/office/drawing/2014/main" id="{3EBDE3EB-3006-4D20-AF19-57DCEE2AF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3" name="Line 11">
            <a:extLst>
              <a:ext uri="{FF2B5EF4-FFF2-40B4-BE49-F238E27FC236}">
                <a16:creationId xmlns:a16="http://schemas.microsoft.com/office/drawing/2014/main" id="{816BC258-9E49-46BD-8911-B1055DF2F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4" name="Line 12">
            <a:extLst>
              <a:ext uri="{FF2B5EF4-FFF2-40B4-BE49-F238E27FC236}">
                <a16:creationId xmlns:a16="http://schemas.microsoft.com/office/drawing/2014/main" id="{5D94307B-238C-4FA4-9F8B-3EFAC1E30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5" name="Line 13">
            <a:extLst>
              <a:ext uri="{FF2B5EF4-FFF2-40B4-BE49-F238E27FC236}">
                <a16:creationId xmlns:a16="http://schemas.microsoft.com/office/drawing/2014/main" id="{A3B42285-6233-4DBF-A355-933EF1FFB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6" name="Line 14">
            <a:extLst>
              <a:ext uri="{FF2B5EF4-FFF2-40B4-BE49-F238E27FC236}">
                <a16:creationId xmlns:a16="http://schemas.microsoft.com/office/drawing/2014/main" id="{145F0F37-83F5-41D2-A5A8-B7909F35A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47" name="Text Box 15">
            <a:extLst>
              <a:ext uri="{FF2B5EF4-FFF2-40B4-BE49-F238E27FC236}">
                <a16:creationId xmlns:a16="http://schemas.microsoft.com/office/drawing/2014/main" id="{70FEB1D2-2802-45B9-9563-24974F812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0848" name="Text Box 16">
            <a:extLst>
              <a:ext uri="{FF2B5EF4-FFF2-40B4-BE49-F238E27FC236}">
                <a16:creationId xmlns:a16="http://schemas.microsoft.com/office/drawing/2014/main" id="{34E886A8-4425-48A3-9ECD-C6714BE0E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0849" name="Text Box 17">
            <a:extLst>
              <a:ext uri="{FF2B5EF4-FFF2-40B4-BE49-F238E27FC236}">
                <a16:creationId xmlns:a16="http://schemas.microsoft.com/office/drawing/2014/main" id="{D5976C8C-05C5-4A8F-92ED-BBF7667C8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0850" name="Text Box 18">
            <a:extLst>
              <a:ext uri="{FF2B5EF4-FFF2-40B4-BE49-F238E27FC236}">
                <a16:creationId xmlns:a16="http://schemas.microsoft.com/office/drawing/2014/main" id="{DE864468-48D0-4198-AB96-87B474749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0851" name="Text Box 19">
            <a:extLst>
              <a:ext uri="{FF2B5EF4-FFF2-40B4-BE49-F238E27FC236}">
                <a16:creationId xmlns:a16="http://schemas.microsoft.com/office/drawing/2014/main" id="{EFAC7F4A-09A0-4156-AF48-BA379F645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0852" name="Line 20">
            <a:extLst>
              <a:ext uri="{FF2B5EF4-FFF2-40B4-BE49-F238E27FC236}">
                <a16:creationId xmlns:a16="http://schemas.microsoft.com/office/drawing/2014/main" id="{22DF1348-3AC6-4B5C-A829-2ED1FEBE1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429000"/>
            <a:ext cx="1676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0AF393AB-5BE7-49F6-8274-458F385FD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1859" name="Oval 3">
            <a:extLst>
              <a:ext uri="{FF2B5EF4-FFF2-40B4-BE49-F238E27FC236}">
                <a16:creationId xmlns:a16="http://schemas.microsoft.com/office/drawing/2014/main" id="{B89F1186-ACA5-467B-8BA2-8126DBF1A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1860" name="Oval 4">
            <a:extLst>
              <a:ext uri="{FF2B5EF4-FFF2-40B4-BE49-F238E27FC236}">
                <a16:creationId xmlns:a16="http://schemas.microsoft.com/office/drawing/2014/main" id="{38F1E466-CD37-468C-9FB7-CB8472D27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1861" name="Oval 5">
            <a:extLst>
              <a:ext uri="{FF2B5EF4-FFF2-40B4-BE49-F238E27FC236}">
                <a16:creationId xmlns:a16="http://schemas.microsoft.com/office/drawing/2014/main" id="{ECC52791-2AAE-497E-BECD-F145A9B60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1862" name="Oval 6">
            <a:extLst>
              <a:ext uri="{FF2B5EF4-FFF2-40B4-BE49-F238E27FC236}">
                <a16:creationId xmlns:a16="http://schemas.microsoft.com/office/drawing/2014/main" id="{4B406CD5-8589-45C1-8E82-6DF0BEDAE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1863" name="Oval 7">
            <a:extLst>
              <a:ext uri="{FF2B5EF4-FFF2-40B4-BE49-F238E27FC236}">
                <a16:creationId xmlns:a16="http://schemas.microsoft.com/office/drawing/2014/main" id="{BE16F13C-4583-4FE6-8A20-425A2425A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1864" name="Line 8">
            <a:extLst>
              <a:ext uri="{FF2B5EF4-FFF2-40B4-BE49-F238E27FC236}">
                <a16:creationId xmlns:a16="http://schemas.microsoft.com/office/drawing/2014/main" id="{5B71C444-9E45-46BF-B2EE-F5F5C13A79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5" name="Line 9">
            <a:extLst>
              <a:ext uri="{FF2B5EF4-FFF2-40B4-BE49-F238E27FC236}">
                <a16:creationId xmlns:a16="http://schemas.microsoft.com/office/drawing/2014/main" id="{79C3EA9A-C050-4330-875A-14FDBA58D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6" name="Line 10">
            <a:extLst>
              <a:ext uri="{FF2B5EF4-FFF2-40B4-BE49-F238E27FC236}">
                <a16:creationId xmlns:a16="http://schemas.microsoft.com/office/drawing/2014/main" id="{A6177A72-6E5F-4982-8B97-14E3FC787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7" name="Line 11">
            <a:extLst>
              <a:ext uri="{FF2B5EF4-FFF2-40B4-BE49-F238E27FC236}">
                <a16:creationId xmlns:a16="http://schemas.microsoft.com/office/drawing/2014/main" id="{F7A33B30-6D10-482B-A24A-1987E0BB2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8" name="Line 12">
            <a:extLst>
              <a:ext uri="{FF2B5EF4-FFF2-40B4-BE49-F238E27FC236}">
                <a16:creationId xmlns:a16="http://schemas.microsoft.com/office/drawing/2014/main" id="{9015A610-F328-4DD5-B6C8-01DE60D71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9" name="Line 13">
            <a:extLst>
              <a:ext uri="{FF2B5EF4-FFF2-40B4-BE49-F238E27FC236}">
                <a16:creationId xmlns:a16="http://schemas.microsoft.com/office/drawing/2014/main" id="{E72C23FE-31E7-410E-A16A-99F92A860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0" name="Line 14">
            <a:extLst>
              <a:ext uri="{FF2B5EF4-FFF2-40B4-BE49-F238E27FC236}">
                <a16:creationId xmlns:a16="http://schemas.microsoft.com/office/drawing/2014/main" id="{66AE83B3-9056-42F5-81B8-BBBC92DE6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1" name="Text Box 15">
            <a:extLst>
              <a:ext uri="{FF2B5EF4-FFF2-40B4-BE49-F238E27FC236}">
                <a16:creationId xmlns:a16="http://schemas.microsoft.com/office/drawing/2014/main" id="{C18BE17B-D776-4439-B994-F83807E9F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1872" name="Text Box 16">
            <a:extLst>
              <a:ext uri="{FF2B5EF4-FFF2-40B4-BE49-F238E27FC236}">
                <a16:creationId xmlns:a16="http://schemas.microsoft.com/office/drawing/2014/main" id="{02523EC7-636F-46C1-B1F1-EF88BBAA3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1873" name="Text Box 17">
            <a:extLst>
              <a:ext uri="{FF2B5EF4-FFF2-40B4-BE49-F238E27FC236}">
                <a16:creationId xmlns:a16="http://schemas.microsoft.com/office/drawing/2014/main" id="{5062C456-44FA-4CE2-BD7C-05A92C344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1874" name="Text Box 18">
            <a:extLst>
              <a:ext uri="{FF2B5EF4-FFF2-40B4-BE49-F238E27FC236}">
                <a16:creationId xmlns:a16="http://schemas.microsoft.com/office/drawing/2014/main" id="{EFF9C2AE-D90B-4A9C-9D79-98A0932A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1875" name="Text Box 19">
            <a:extLst>
              <a:ext uri="{FF2B5EF4-FFF2-40B4-BE49-F238E27FC236}">
                <a16:creationId xmlns:a16="http://schemas.microsoft.com/office/drawing/2014/main" id="{7B12147B-72F9-4E0D-8766-BA771709D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1876" name="Line 20">
            <a:extLst>
              <a:ext uri="{FF2B5EF4-FFF2-40B4-BE49-F238E27FC236}">
                <a16:creationId xmlns:a16="http://schemas.microsoft.com/office/drawing/2014/main" id="{EAF717AF-1384-4B6B-8C0B-66AFFE527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133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7" name="Rectangle 20">
            <a:extLst>
              <a:ext uri="{FF2B5EF4-FFF2-40B4-BE49-F238E27FC236}">
                <a16:creationId xmlns:a16="http://schemas.microsoft.com/office/drawing/2014/main" id="{5C2BE755-8B84-4DE0-BC64-A5CA18A87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6388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X</a:t>
            </a:r>
            <a:r>
              <a:rPr lang="en-US" altLang="en-US"/>
              <a:t> loses a value, neighbors of </a:t>
            </a:r>
            <a:r>
              <a:rPr lang="en-US" altLang="en-US" i="1"/>
              <a:t>X</a:t>
            </a:r>
            <a:r>
              <a:rPr lang="en-US" altLang="en-US"/>
              <a:t> need to be rechecked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FF39601C-8EF5-4604-AEC9-4E3A819BF9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2883" name="Oval 3">
            <a:extLst>
              <a:ext uri="{FF2B5EF4-FFF2-40B4-BE49-F238E27FC236}">
                <a16:creationId xmlns:a16="http://schemas.microsoft.com/office/drawing/2014/main" id="{4D7C9991-A3E7-4326-9CCA-7BD1C7952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4" name="Oval 4">
            <a:extLst>
              <a:ext uri="{FF2B5EF4-FFF2-40B4-BE49-F238E27FC236}">
                <a16:creationId xmlns:a16="http://schemas.microsoft.com/office/drawing/2014/main" id="{19ECF129-85FB-47A0-86C3-C5F1B2D23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5" name="Oval 5">
            <a:extLst>
              <a:ext uri="{FF2B5EF4-FFF2-40B4-BE49-F238E27FC236}">
                <a16:creationId xmlns:a16="http://schemas.microsoft.com/office/drawing/2014/main" id="{8F019C14-A24B-4F9B-9D5A-EFDA59825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6" name="Oval 6">
            <a:extLst>
              <a:ext uri="{FF2B5EF4-FFF2-40B4-BE49-F238E27FC236}">
                <a16:creationId xmlns:a16="http://schemas.microsoft.com/office/drawing/2014/main" id="{3A8DD8B6-13DB-4ADE-97C9-8E21CFCF6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7" name="Oval 7">
            <a:extLst>
              <a:ext uri="{FF2B5EF4-FFF2-40B4-BE49-F238E27FC236}">
                <a16:creationId xmlns:a16="http://schemas.microsoft.com/office/drawing/2014/main" id="{AD678399-799A-448F-A1BC-7936CA725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888" name="Line 8">
            <a:extLst>
              <a:ext uri="{FF2B5EF4-FFF2-40B4-BE49-F238E27FC236}">
                <a16:creationId xmlns:a16="http://schemas.microsoft.com/office/drawing/2014/main" id="{D83BA890-2B51-413D-AB8B-DDC8BB7979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9" name="Line 9">
            <a:extLst>
              <a:ext uri="{FF2B5EF4-FFF2-40B4-BE49-F238E27FC236}">
                <a16:creationId xmlns:a16="http://schemas.microsoft.com/office/drawing/2014/main" id="{C4019F1F-E26F-452F-8A97-871C8FC06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0" name="Line 10">
            <a:extLst>
              <a:ext uri="{FF2B5EF4-FFF2-40B4-BE49-F238E27FC236}">
                <a16:creationId xmlns:a16="http://schemas.microsoft.com/office/drawing/2014/main" id="{BE0F3E55-6289-4676-BCA7-6765E8880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1" name="Line 11">
            <a:extLst>
              <a:ext uri="{FF2B5EF4-FFF2-40B4-BE49-F238E27FC236}">
                <a16:creationId xmlns:a16="http://schemas.microsoft.com/office/drawing/2014/main" id="{0F540BD0-3B92-4AD2-B61F-E7BFDD7F0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2" name="Line 12">
            <a:extLst>
              <a:ext uri="{FF2B5EF4-FFF2-40B4-BE49-F238E27FC236}">
                <a16:creationId xmlns:a16="http://schemas.microsoft.com/office/drawing/2014/main" id="{F301A27F-6728-4E61-881D-9B7CECCB3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3" name="Line 13">
            <a:extLst>
              <a:ext uri="{FF2B5EF4-FFF2-40B4-BE49-F238E27FC236}">
                <a16:creationId xmlns:a16="http://schemas.microsoft.com/office/drawing/2014/main" id="{22FD706A-873A-46FB-AA2E-BCD9F2A89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4" name="Line 14">
            <a:extLst>
              <a:ext uri="{FF2B5EF4-FFF2-40B4-BE49-F238E27FC236}">
                <a16:creationId xmlns:a16="http://schemas.microsoft.com/office/drawing/2014/main" id="{8A7A3104-55A9-4745-9C3B-7FC753131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95" name="Text Box 15">
            <a:extLst>
              <a:ext uri="{FF2B5EF4-FFF2-40B4-BE49-F238E27FC236}">
                <a16:creationId xmlns:a16="http://schemas.microsoft.com/office/drawing/2014/main" id="{43FD75A4-57C3-4AE1-B4CF-D71001D33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2896" name="Text Box 16">
            <a:extLst>
              <a:ext uri="{FF2B5EF4-FFF2-40B4-BE49-F238E27FC236}">
                <a16:creationId xmlns:a16="http://schemas.microsoft.com/office/drawing/2014/main" id="{7D5B26E7-828A-428A-AAC0-43E9E977A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2897" name="Text Box 17">
            <a:extLst>
              <a:ext uri="{FF2B5EF4-FFF2-40B4-BE49-F238E27FC236}">
                <a16:creationId xmlns:a16="http://schemas.microsoft.com/office/drawing/2014/main" id="{51B77A37-B7D3-4285-9AD4-BD04E07CF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2898" name="Text Box 18">
            <a:extLst>
              <a:ext uri="{FF2B5EF4-FFF2-40B4-BE49-F238E27FC236}">
                <a16:creationId xmlns:a16="http://schemas.microsoft.com/office/drawing/2014/main" id="{47D1CE4F-2DCF-4EA0-B145-1190AE771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2899" name="Text Box 19">
            <a:extLst>
              <a:ext uri="{FF2B5EF4-FFF2-40B4-BE49-F238E27FC236}">
                <a16:creationId xmlns:a16="http://schemas.microsoft.com/office/drawing/2014/main" id="{98C26D7F-DE5C-4DFF-AE3D-71497F7A8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2900" name="Line 20">
            <a:extLst>
              <a:ext uri="{FF2B5EF4-FFF2-40B4-BE49-F238E27FC236}">
                <a16:creationId xmlns:a16="http://schemas.microsoft.com/office/drawing/2014/main" id="{644DDB38-5BBA-4E11-A4B0-1D08DABDB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514600"/>
            <a:ext cx="1905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01" name="Rectangle 20">
            <a:extLst>
              <a:ext uri="{FF2B5EF4-FFF2-40B4-BE49-F238E27FC236}">
                <a16:creationId xmlns:a16="http://schemas.microsoft.com/office/drawing/2014/main" id="{1238C6D0-C73B-4705-90D0-287DA373A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6388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X</a:t>
            </a:r>
            <a:r>
              <a:rPr lang="en-US" altLang="en-US"/>
              <a:t> loses a value, neighbors of </a:t>
            </a:r>
            <a:r>
              <a:rPr lang="en-US" altLang="en-US" i="1"/>
              <a:t>X</a:t>
            </a:r>
            <a:r>
              <a:rPr lang="en-US" altLang="en-US"/>
              <a:t> need to be rechecked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523D461-3270-40A1-874E-F7555BC5B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3907" name="Oval 3">
            <a:extLst>
              <a:ext uri="{FF2B5EF4-FFF2-40B4-BE49-F238E27FC236}">
                <a16:creationId xmlns:a16="http://schemas.microsoft.com/office/drawing/2014/main" id="{071A38E8-33D2-4312-8D67-CFC90E31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908" name="Oval 4">
            <a:extLst>
              <a:ext uri="{FF2B5EF4-FFF2-40B4-BE49-F238E27FC236}">
                <a16:creationId xmlns:a16="http://schemas.microsoft.com/office/drawing/2014/main" id="{6F3D1AE4-5825-4943-855D-7A6768205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909" name="Oval 5">
            <a:extLst>
              <a:ext uri="{FF2B5EF4-FFF2-40B4-BE49-F238E27FC236}">
                <a16:creationId xmlns:a16="http://schemas.microsoft.com/office/drawing/2014/main" id="{1E9E9131-0085-4E2B-B39B-F265D7437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910" name="Oval 6">
            <a:extLst>
              <a:ext uri="{FF2B5EF4-FFF2-40B4-BE49-F238E27FC236}">
                <a16:creationId xmlns:a16="http://schemas.microsoft.com/office/drawing/2014/main" id="{B8B2747A-A619-45B6-8ADD-8D25C1049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911" name="Oval 7">
            <a:extLst>
              <a:ext uri="{FF2B5EF4-FFF2-40B4-BE49-F238E27FC236}">
                <a16:creationId xmlns:a16="http://schemas.microsoft.com/office/drawing/2014/main" id="{907377B2-B463-47C9-9B39-8CF7A7F49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912" name="Line 8">
            <a:extLst>
              <a:ext uri="{FF2B5EF4-FFF2-40B4-BE49-F238E27FC236}">
                <a16:creationId xmlns:a16="http://schemas.microsoft.com/office/drawing/2014/main" id="{350DB28C-0270-4EBF-9AD8-6F1750A40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3" name="Line 9">
            <a:extLst>
              <a:ext uri="{FF2B5EF4-FFF2-40B4-BE49-F238E27FC236}">
                <a16:creationId xmlns:a16="http://schemas.microsoft.com/office/drawing/2014/main" id="{FB76CF26-29D6-41DC-B892-310E05EB1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4" name="Line 10">
            <a:extLst>
              <a:ext uri="{FF2B5EF4-FFF2-40B4-BE49-F238E27FC236}">
                <a16:creationId xmlns:a16="http://schemas.microsoft.com/office/drawing/2014/main" id="{D802C363-E8EC-46F5-8CC5-84091C749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5" name="Line 11">
            <a:extLst>
              <a:ext uri="{FF2B5EF4-FFF2-40B4-BE49-F238E27FC236}">
                <a16:creationId xmlns:a16="http://schemas.microsoft.com/office/drawing/2014/main" id="{0B79553D-DA36-4BBC-8D91-11CF21811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6" name="Line 12">
            <a:extLst>
              <a:ext uri="{FF2B5EF4-FFF2-40B4-BE49-F238E27FC236}">
                <a16:creationId xmlns:a16="http://schemas.microsoft.com/office/drawing/2014/main" id="{79C7CFC7-A8B1-4134-8F27-7CE367EA9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7" name="Line 13">
            <a:extLst>
              <a:ext uri="{FF2B5EF4-FFF2-40B4-BE49-F238E27FC236}">
                <a16:creationId xmlns:a16="http://schemas.microsoft.com/office/drawing/2014/main" id="{E01AB0AD-FEA7-44F2-9ABF-3CAE5FD5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8" name="Line 14">
            <a:extLst>
              <a:ext uri="{FF2B5EF4-FFF2-40B4-BE49-F238E27FC236}">
                <a16:creationId xmlns:a16="http://schemas.microsoft.com/office/drawing/2014/main" id="{60E5A073-4DAA-4C38-89D8-2B799A6B1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9" name="Text Box 15">
            <a:extLst>
              <a:ext uri="{FF2B5EF4-FFF2-40B4-BE49-F238E27FC236}">
                <a16:creationId xmlns:a16="http://schemas.microsoft.com/office/drawing/2014/main" id="{CE76DDF7-D4F6-483B-B5B9-F3DE12409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3920" name="Text Box 16">
            <a:extLst>
              <a:ext uri="{FF2B5EF4-FFF2-40B4-BE49-F238E27FC236}">
                <a16:creationId xmlns:a16="http://schemas.microsoft.com/office/drawing/2014/main" id="{9B73BB0D-B37C-470E-9240-509BEA127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3921" name="Text Box 17">
            <a:extLst>
              <a:ext uri="{FF2B5EF4-FFF2-40B4-BE49-F238E27FC236}">
                <a16:creationId xmlns:a16="http://schemas.microsoft.com/office/drawing/2014/main" id="{39CA90F1-AA2A-45BB-ABA8-112A8618F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3922" name="Text Box 18">
            <a:extLst>
              <a:ext uri="{FF2B5EF4-FFF2-40B4-BE49-F238E27FC236}">
                <a16:creationId xmlns:a16="http://schemas.microsoft.com/office/drawing/2014/main" id="{B5125401-948A-42CC-821A-AC1673A24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5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3923" name="Text Box 19">
            <a:extLst>
              <a:ext uri="{FF2B5EF4-FFF2-40B4-BE49-F238E27FC236}">
                <a16:creationId xmlns:a16="http://schemas.microsoft.com/office/drawing/2014/main" id="{0DE6D513-71EB-4C14-AD04-53AB84B57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3924" name="Line 20">
            <a:extLst>
              <a:ext uri="{FF2B5EF4-FFF2-40B4-BE49-F238E27FC236}">
                <a16:creationId xmlns:a16="http://schemas.microsoft.com/office/drawing/2014/main" id="{C4AE5F6E-8806-4F4D-9E13-E9663D95C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7432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5" name="Rectangle 20">
            <a:extLst>
              <a:ext uri="{FF2B5EF4-FFF2-40B4-BE49-F238E27FC236}">
                <a16:creationId xmlns:a16="http://schemas.microsoft.com/office/drawing/2014/main" id="{E79E992B-5384-4C29-B41A-504079258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6388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X</a:t>
            </a:r>
            <a:r>
              <a:rPr lang="en-US" altLang="en-US"/>
              <a:t> loses a value, neighbors of </a:t>
            </a:r>
            <a:r>
              <a:rPr lang="en-US" altLang="en-US" i="1"/>
              <a:t>X</a:t>
            </a:r>
            <a:r>
              <a:rPr lang="en-US" altLang="en-US"/>
              <a:t> need to be rechecked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3DF4C6D-4E4B-4824-A265-C31A21BD7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4931" name="Oval 3">
            <a:extLst>
              <a:ext uri="{FF2B5EF4-FFF2-40B4-BE49-F238E27FC236}">
                <a16:creationId xmlns:a16="http://schemas.microsoft.com/office/drawing/2014/main" id="{7A3E37E0-5CFD-4A00-B706-93E533A22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932" name="Oval 4">
            <a:extLst>
              <a:ext uri="{FF2B5EF4-FFF2-40B4-BE49-F238E27FC236}">
                <a16:creationId xmlns:a16="http://schemas.microsoft.com/office/drawing/2014/main" id="{35E13CB1-09D2-4563-8597-EC0E64D3F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933" name="Oval 5">
            <a:extLst>
              <a:ext uri="{FF2B5EF4-FFF2-40B4-BE49-F238E27FC236}">
                <a16:creationId xmlns:a16="http://schemas.microsoft.com/office/drawing/2014/main" id="{D86B4658-E420-492E-8333-B512E09BC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934" name="Oval 6">
            <a:extLst>
              <a:ext uri="{FF2B5EF4-FFF2-40B4-BE49-F238E27FC236}">
                <a16:creationId xmlns:a16="http://schemas.microsoft.com/office/drawing/2014/main" id="{7AA513B1-97FD-4296-9405-2C5838173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935" name="Oval 7">
            <a:extLst>
              <a:ext uri="{FF2B5EF4-FFF2-40B4-BE49-F238E27FC236}">
                <a16:creationId xmlns:a16="http://schemas.microsoft.com/office/drawing/2014/main" id="{7DE482E6-4D64-4460-9297-E1C037492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936" name="Line 8">
            <a:extLst>
              <a:ext uri="{FF2B5EF4-FFF2-40B4-BE49-F238E27FC236}">
                <a16:creationId xmlns:a16="http://schemas.microsoft.com/office/drawing/2014/main" id="{011FBE2C-1076-4982-AC83-28479C277E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7" name="Line 9">
            <a:extLst>
              <a:ext uri="{FF2B5EF4-FFF2-40B4-BE49-F238E27FC236}">
                <a16:creationId xmlns:a16="http://schemas.microsoft.com/office/drawing/2014/main" id="{3E92B30C-9987-4DE2-BDF0-634CFDA9E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8" name="Line 10">
            <a:extLst>
              <a:ext uri="{FF2B5EF4-FFF2-40B4-BE49-F238E27FC236}">
                <a16:creationId xmlns:a16="http://schemas.microsoft.com/office/drawing/2014/main" id="{9B8AF5D1-C8F3-43A9-95C3-99DCFDE5F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39" name="Line 11">
            <a:extLst>
              <a:ext uri="{FF2B5EF4-FFF2-40B4-BE49-F238E27FC236}">
                <a16:creationId xmlns:a16="http://schemas.microsoft.com/office/drawing/2014/main" id="{A4C86933-5392-4AF9-85F1-690C301BA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0" name="Line 12">
            <a:extLst>
              <a:ext uri="{FF2B5EF4-FFF2-40B4-BE49-F238E27FC236}">
                <a16:creationId xmlns:a16="http://schemas.microsoft.com/office/drawing/2014/main" id="{177117A5-B9F4-4D6D-B9A2-10A235AE8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1" name="Line 13">
            <a:extLst>
              <a:ext uri="{FF2B5EF4-FFF2-40B4-BE49-F238E27FC236}">
                <a16:creationId xmlns:a16="http://schemas.microsoft.com/office/drawing/2014/main" id="{B5A074E2-4231-4C34-8CB9-B7FA18510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2" name="Line 14">
            <a:extLst>
              <a:ext uri="{FF2B5EF4-FFF2-40B4-BE49-F238E27FC236}">
                <a16:creationId xmlns:a16="http://schemas.microsoft.com/office/drawing/2014/main" id="{3D5325A0-6FEE-4380-8446-4A9FDFA2E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3" name="Text Box 15">
            <a:extLst>
              <a:ext uri="{FF2B5EF4-FFF2-40B4-BE49-F238E27FC236}">
                <a16:creationId xmlns:a16="http://schemas.microsoft.com/office/drawing/2014/main" id="{75C97C48-3B76-49AA-A5D0-754E8D098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4" name="Text Box 16">
            <a:extLst>
              <a:ext uri="{FF2B5EF4-FFF2-40B4-BE49-F238E27FC236}">
                <a16:creationId xmlns:a16="http://schemas.microsoft.com/office/drawing/2014/main" id="{DAE55D03-0546-4677-9376-A65E007E9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5" name="Text Box 17">
            <a:extLst>
              <a:ext uri="{FF2B5EF4-FFF2-40B4-BE49-F238E27FC236}">
                <a16:creationId xmlns:a16="http://schemas.microsoft.com/office/drawing/2014/main" id="{59A8E9F8-25D1-482C-B9A0-B18D180C1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6" name="Text Box 18">
            <a:extLst>
              <a:ext uri="{FF2B5EF4-FFF2-40B4-BE49-F238E27FC236}">
                <a16:creationId xmlns:a16="http://schemas.microsoft.com/office/drawing/2014/main" id="{AC533198-FF7D-43E3-89D2-27CBFC8C6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7" name="Text Box 19">
            <a:extLst>
              <a:ext uri="{FF2B5EF4-FFF2-40B4-BE49-F238E27FC236}">
                <a16:creationId xmlns:a16="http://schemas.microsoft.com/office/drawing/2014/main" id="{4E8FA67B-8054-4BB0-AE56-F7DC42DAE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4948" name="Line 20">
            <a:extLst>
              <a:ext uri="{FF2B5EF4-FFF2-40B4-BE49-F238E27FC236}">
                <a16:creationId xmlns:a16="http://schemas.microsoft.com/office/drawing/2014/main" id="{ABC2C9AC-2A76-4DBD-8720-819B5D93E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667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949" name="Rectangle 20">
            <a:extLst>
              <a:ext uri="{FF2B5EF4-FFF2-40B4-BE49-F238E27FC236}">
                <a16:creationId xmlns:a16="http://schemas.microsoft.com/office/drawing/2014/main" id="{7603E72D-1027-41FE-9BC8-6043C68BE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6388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If </a:t>
            </a:r>
            <a:r>
              <a:rPr lang="en-US" altLang="en-US" i="1"/>
              <a:t>X</a:t>
            </a:r>
            <a:r>
              <a:rPr lang="en-US" altLang="en-US"/>
              <a:t> loses a value, neighbors of </a:t>
            </a:r>
            <a:r>
              <a:rPr lang="en-US" altLang="en-US" i="1"/>
              <a:t>X</a:t>
            </a:r>
            <a:r>
              <a:rPr lang="en-US" altLang="en-US"/>
              <a:t> need to be rechecked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A51BFE9-AA57-428A-A277-8C75D9B8B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5955" name="Oval 3">
            <a:extLst>
              <a:ext uri="{FF2B5EF4-FFF2-40B4-BE49-F238E27FC236}">
                <a16:creationId xmlns:a16="http://schemas.microsoft.com/office/drawing/2014/main" id="{D99A63EF-D827-43D4-8281-3D6AC3B26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956" name="Oval 4">
            <a:extLst>
              <a:ext uri="{FF2B5EF4-FFF2-40B4-BE49-F238E27FC236}">
                <a16:creationId xmlns:a16="http://schemas.microsoft.com/office/drawing/2014/main" id="{8B2079A7-40BA-4E60-8F99-9195FAE56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957" name="Oval 5">
            <a:extLst>
              <a:ext uri="{FF2B5EF4-FFF2-40B4-BE49-F238E27FC236}">
                <a16:creationId xmlns:a16="http://schemas.microsoft.com/office/drawing/2014/main" id="{3C5809C9-369F-4B3F-90F5-C43526DB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958" name="Oval 6">
            <a:extLst>
              <a:ext uri="{FF2B5EF4-FFF2-40B4-BE49-F238E27FC236}">
                <a16:creationId xmlns:a16="http://schemas.microsoft.com/office/drawing/2014/main" id="{DC7C418D-A976-4D70-8BED-CA6319E94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959" name="Oval 7">
            <a:extLst>
              <a:ext uri="{FF2B5EF4-FFF2-40B4-BE49-F238E27FC236}">
                <a16:creationId xmlns:a16="http://schemas.microsoft.com/office/drawing/2014/main" id="{F394039A-F39A-4E7C-AE33-28199C9F3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960" name="Line 8">
            <a:extLst>
              <a:ext uri="{FF2B5EF4-FFF2-40B4-BE49-F238E27FC236}">
                <a16:creationId xmlns:a16="http://schemas.microsoft.com/office/drawing/2014/main" id="{04605052-435B-4198-B8FB-CBDC9A1E92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1" name="Line 9">
            <a:extLst>
              <a:ext uri="{FF2B5EF4-FFF2-40B4-BE49-F238E27FC236}">
                <a16:creationId xmlns:a16="http://schemas.microsoft.com/office/drawing/2014/main" id="{B978BD9D-E7C9-4F16-9933-97A5F7C2E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2" name="Line 10">
            <a:extLst>
              <a:ext uri="{FF2B5EF4-FFF2-40B4-BE49-F238E27FC236}">
                <a16:creationId xmlns:a16="http://schemas.microsoft.com/office/drawing/2014/main" id="{F5F64BB3-C5B0-4021-99D1-7D96D0CED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3" name="Line 11">
            <a:extLst>
              <a:ext uri="{FF2B5EF4-FFF2-40B4-BE49-F238E27FC236}">
                <a16:creationId xmlns:a16="http://schemas.microsoft.com/office/drawing/2014/main" id="{574AB09B-228A-4F06-86C6-7C7F2CB0C7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4" name="Line 12">
            <a:extLst>
              <a:ext uri="{FF2B5EF4-FFF2-40B4-BE49-F238E27FC236}">
                <a16:creationId xmlns:a16="http://schemas.microsoft.com/office/drawing/2014/main" id="{596B1E46-802B-4DE6-A172-F5AC40E6F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5" name="Line 13">
            <a:extLst>
              <a:ext uri="{FF2B5EF4-FFF2-40B4-BE49-F238E27FC236}">
                <a16:creationId xmlns:a16="http://schemas.microsoft.com/office/drawing/2014/main" id="{1E8807BE-19A0-42E2-99BB-3817A837B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6" name="Line 14">
            <a:extLst>
              <a:ext uri="{FF2B5EF4-FFF2-40B4-BE49-F238E27FC236}">
                <a16:creationId xmlns:a16="http://schemas.microsoft.com/office/drawing/2014/main" id="{51D22644-E8D9-4C56-ACB9-42BF2B913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7" name="Text Box 15">
            <a:extLst>
              <a:ext uri="{FF2B5EF4-FFF2-40B4-BE49-F238E27FC236}">
                <a16:creationId xmlns:a16="http://schemas.microsoft.com/office/drawing/2014/main" id="{FD904BA0-513E-4F74-B9D2-F9C0A9B96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68" name="Text Box 16">
            <a:extLst>
              <a:ext uri="{FF2B5EF4-FFF2-40B4-BE49-F238E27FC236}">
                <a16:creationId xmlns:a16="http://schemas.microsoft.com/office/drawing/2014/main" id="{DCC37C08-F809-497A-B544-CEBE7264D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69" name="Text Box 17">
            <a:extLst>
              <a:ext uri="{FF2B5EF4-FFF2-40B4-BE49-F238E27FC236}">
                <a16:creationId xmlns:a16="http://schemas.microsoft.com/office/drawing/2014/main" id="{46472127-82F5-47B7-A08A-CD7EDFF40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0" name="Text Box 18">
            <a:extLst>
              <a:ext uri="{FF2B5EF4-FFF2-40B4-BE49-F238E27FC236}">
                <a16:creationId xmlns:a16="http://schemas.microsoft.com/office/drawing/2014/main" id="{6D4E24B3-0A06-4163-B549-4E5496A84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1" name="Text Box 19">
            <a:extLst>
              <a:ext uri="{FF2B5EF4-FFF2-40B4-BE49-F238E27FC236}">
                <a16:creationId xmlns:a16="http://schemas.microsoft.com/office/drawing/2014/main" id="{6CE06D66-04A8-42EF-BFD2-2F8E679AC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5972" name="Line 20">
            <a:extLst>
              <a:ext uri="{FF2B5EF4-FFF2-40B4-BE49-F238E27FC236}">
                <a16:creationId xmlns:a16="http://schemas.microsoft.com/office/drawing/2014/main" id="{7A0F7397-82C1-41C8-8EBC-C039F509D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4114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3A70368C-A7E8-4879-8C2C-65CF435BB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6979" name="Oval 3">
            <a:extLst>
              <a:ext uri="{FF2B5EF4-FFF2-40B4-BE49-F238E27FC236}">
                <a16:creationId xmlns:a16="http://schemas.microsoft.com/office/drawing/2014/main" id="{373D7CCB-7DCD-4F5E-9712-233873E9B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980" name="Oval 4">
            <a:extLst>
              <a:ext uri="{FF2B5EF4-FFF2-40B4-BE49-F238E27FC236}">
                <a16:creationId xmlns:a16="http://schemas.microsoft.com/office/drawing/2014/main" id="{43B8D856-BFA8-4133-9BDE-C15055AF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981" name="Oval 5">
            <a:extLst>
              <a:ext uri="{FF2B5EF4-FFF2-40B4-BE49-F238E27FC236}">
                <a16:creationId xmlns:a16="http://schemas.microsoft.com/office/drawing/2014/main" id="{4594C6A6-6737-40B2-87D8-CF71D8FB2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982" name="Oval 6">
            <a:extLst>
              <a:ext uri="{FF2B5EF4-FFF2-40B4-BE49-F238E27FC236}">
                <a16:creationId xmlns:a16="http://schemas.microsoft.com/office/drawing/2014/main" id="{0D499BAF-D289-44BD-9236-BDB699E2A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983" name="Oval 7">
            <a:extLst>
              <a:ext uri="{FF2B5EF4-FFF2-40B4-BE49-F238E27FC236}">
                <a16:creationId xmlns:a16="http://schemas.microsoft.com/office/drawing/2014/main" id="{509F5E44-B31F-43EE-BF7D-4B5C41A5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984" name="Line 8">
            <a:extLst>
              <a:ext uri="{FF2B5EF4-FFF2-40B4-BE49-F238E27FC236}">
                <a16:creationId xmlns:a16="http://schemas.microsoft.com/office/drawing/2014/main" id="{C3384301-2039-4052-A3A5-74159A75C8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5" name="Line 9">
            <a:extLst>
              <a:ext uri="{FF2B5EF4-FFF2-40B4-BE49-F238E27FC236}">
                <a16:creationId xmlns:a16="http://schemas.microsoft.com/office/drawing/2014/main" id="{26AE1F68-06FD-42FB-AACE-B732D3B8F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6" name="Line 10">
            <a:extLst>
              <a:ext uri="{FF2B5EF4-FFF2-40B4-BE49-F238E27FC236}">
                <a16:creationId xmlns:a16="http://schemas.microsoft.com/office/drawing/2014/main" id="{4458EF94-BF27-4808-B9AA-7751666FD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7" name="Line 11">
            <a:extLst>
              <a:ext uri="{FF2B5EF4-FFF2-40B4-BE49-F238E27FC236}">
                <a16:creationId xmlns:a16="http://schemas.microsoft.com/office/drawing/2014/main" id="{3BCF5F6D-260F-4D60-931C-5DA5A240B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8" name="Line 12">
            <a:extLst>
              <a:ext uri="{FF2B5EF4-FFF2-40B4-BE49-F238E27FC236}">
                <a16:creationId xmlns:a16="http://schemas.microsoft.com/office/drawing/2014/main" id="{2AA71AFC-F879-4392-9D5D-7467F2991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89" name="Line 13">
            <a:extLst>
              <a:ext uri="{FF2B5EF4-FFF2-40B4-BE49-F238E27FC236}">
                <a16:creationId xmlns:a16="http://schemas.microsoft.com/office/drawing/2014/main" id="{79FE58F2-79D9-4C1F-B461-74229EB94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90" name="Line 14">
            <a:extLst>
              <a:ext uri="{FF2B5EF4-FFF2-40B4-BE49-F238E27FC236}">
                <a16:creationId xmlns:a16="http://schemas.microsoft.com/office/drawing/2014/main" id="{A839EB5F-C60A-41CB-B8D7-12CECE798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6991" name="Text Box 15">
            <a:extLst>
              <a:ext uri="{FF2B5EF4-FFF2-40B4-BE49-F238E27FC236}">
                <a16:creationId xmlns:a16="http://schemas.microsoft.com/office/drawing/2014/main" id="{E097EC91-E646-4CB1-AB5B-22EBD64E2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2" name="Text Box 16">
            <a:extLst>
              <a:ext uri="{FF2B5EF4-FFF2-40B4-BE49-F238E27FC236}">
                <a16:creationId xmlns:a16="http://schemas.microsoft.com/office/drawing/2014/main" id="{CF1A2770-8E9A-4B6B-9EA3-9B341DF1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3" name="Text Box 17">
            <a:extLst>
              <a:ext uri="{FF2B5EF4-FFF2-40B4-BE49-F238E27FC236}">
                <a16:creationId xmlns:a16="http://schemas.microsoft.com/office/drawing/2014/main" id="{0E003459-ACEC-4707-B7AA-299705C66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4" name="Text Box 18">
            <a:extLst>
              <a:ext uri="{FF2B5EF4-FFF2-40B4-BE49-F238E27FC236}">
                <a16:creationId xmlns:a16="http://schemas.microsoft.com/office/drawing/2014/main" id="{37983F84-A970-415D-BD7F-AFE531F2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6995" name="Text Box 19">
            <a:extLst>
              <a:ext uri="{FF2B5EF4-FFF2-40B4-BE49-F238E27FC236}">
                <a16:creationId xmlns:a16="http://schemas.microsoft.com/office/drawing/2014/main" id="{317FE493-C2A0-476D-BC90-91B8C44BB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B74D1FE2-D15E-40BA-9D6D-17D3A55BF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8003" name="Oval 3">
            <a:extLst>
              <a:ext uri="{FF2B5EF4-FFF2-40B4-BE49-F238E27FC236}">
                <a16:creationId xmlns:a16="http://schemas.microsoft.com/office/drawing/2014/main" id="{8C575EF0-78E9-4C79-82A7-12EE35E6D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004" name="Oval 4">
            <a:extLst>
              <a:ext uri="{FF2B5EF4-FFF2-40B4-BE49-F238E27FC236}">
                <a16:creationId xmlns:a16="http://schemas.microsoft.com/office/drawing/2014/main" id="{82F3B6B7-AD80-4B94-94D3-0F2C5C49E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005" name="Oval 5">
            <a:extLst>
              <a:ext uri="{FF2B5EF4-FFF2-40B4-BE49-F238E27FC236}">
                <a16:creationId xmlns:a16="http://schemas.microsoft.com/office/drawing/2014/main" id="{8CBE99F0-3D56-499F-8F4A-1563712EC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006" name="Oval 6">
            <a:extLst>
              <a:ext uri="{FF2B5EF4-FFF2-40B4-BE49-F238E27FC236}">
                <a16:creationId xmlns:a16="http://schemas.microsoft.com/office/drawing/2014/main" id="{0E1E3069-71C5-4303-BA30-EEF2611F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007" name="Oval 7">
            <a:extLst>
              <a:ext uri="{FF2B5EF4-FFF2-40B4-BE49-F238E27FC236}">
                <a16:creationId xmlns:a16="http://schemas.microsoft.com/office/drawing/2014/main" id="{C8D7DE52-840F-4869-A035-13D45F931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008" name="Line 8">
            <a:extLst>
              <a:ext uri="{FF2B5EF4-FFF2-40B4-BE49-F238E27FC236}">
                <a16:creationId xmlns:a16="http://schemas.microsoft.com/office/drawing/2014/main" id="{4B4E5A9C-BB5B-4205-B115-9817D69CD4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9" name="Line 9">
            <a:extLst>
              <a:ext uri="{FF2B5EF4-FFF2-40B4-BE49-F238E27FC236}">
                <a16:creationId xmlns:a16="http://schemas.microsoft.com/office/drawing/2014/main" id="{3E378D70-26F7-4170-B9B3-43316A345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0" name="Line 10">
            <a:extLst>
              <a:ext uri="{FF2B5EF4-FFF2-40B4-BE49-F238E27FC236}">
                <a16:creationId xmlns:a16="http://schemas.microsoft.com/office/drawing/2014/main" id="{79C48A12-02AA-412A-B113-6DD68139A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1" name="Line 11">
            <a:extLst>
              <a:ext uri="{FF2B5EF4-FFF2-40B4-BE49-F238E27FC236}">
                <a16:creationId xmlns:a16="http://schemas.microsoft.com/office/drawing/2014/main" id="{E4AAA69B-4141-490D-AF9C-35BCB6F15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2" name="Line 12">
            <a:extLst>
              <a:ext uri="{FF2B5EF4-FFF2-40B4-BE49-F238E27FC236}">
                <a16:creationId xmlns:a16="http://schemas.microsoft.com/office/drawing/2014/main" id="{64234B45-0E01-4A0A-A1AC-96948CE8F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3" name="Line 13">
            <a:extLst>
              <a:ext uri="{FF2B5EF4-FFF2-40B4-BE49-F238E27FC236}">
                <a16:creationId xmlns:a16="http://schemas.microsoft.com/office/drawing/2014/main" id="{DFEACC7E-4A9E-4122-8EB6-2003EED7C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4" name="Line 14">
            <a:extLst>
              <a:ext uri="{FF2B5EF4-FFF2-40B4-BE49-F238E27FC236}">
                <a16:creationId xmlns:a16="http://schemas.microsoft.com/office/drawing/2014/main" id="{55C98040-58FA-4F37-B4BC-050FCEF4E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5" name="Text Box 15">
            <a:extLst>
              <a:ext uri="{FF2B5EF4-FFF2-40B4-BE49-F238E27FC236}">
                <a16:creationId xmlns:a16="http://schemas.microsoft.com/office/drawing/2014/main" id="{70F9408E-2B7B-4F03-863E-F6FEC6055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6" name="Text Box 16">
            <a:extLst>
              <a:ext uri="{FF2B5EF4-FFF2-40B4-BE49-F238E27FC236}">
                <a16:creationId xmlns:a16="http://schemas.microsoft.com/office/drawing/2014/main" id="{23E7D6AC-36D2-47A1-B975-21D5EC42D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7" name="Text Box 17">
            <a:extLst>
              <a:ext uri="{FF2B5EF4-FFF2-40B4-BE49-F238E27FC236}">
                <a16:creationId xmlns:a16="http://schemas.microsoft.com/office/drawing/2014/main" id="{EBEAC7EE-471B-4CCB-BAB8-A27552C4D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8" name="Text Box 18">
            <a:extLst>
              <a:ext uri="{FF2B5EF4-FFF2-40B4-BE49-F238E27FC236}">
                <a16:creationId xmlns:a16="http://schemas.microsoft.com/office/drawing/2014/main" id="{59E4F1CE-7978-4C09-ADC8-10F34DBE4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19" name="Text Box 19">
            <a:extLst>
              <a:ext uri="{FF2B5EF4-FFF2-40B4-BE49-F238E27FC236}">
                <a16:creationId xmlns:a16="http://schemas.microsoft.com/office/drawing/2014/main" id="{73E435A6-92E9-48CC-ABE4-E735E7D15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7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8020" name="Line 20">
            <a:extLst>
              <a:ext uri="{FF2B5EF4-FFF2-40B4-BE49-F238E27FC236}">
                <a16:creationId xmlns:a16="http://schemas.microsoft.com/office/drawing/2014/main" id="{7609CAF5-8C9D-430B-B098-95D2FD84DB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2590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BB7B4EBD-EC68-463F-BCB2-AAC528C04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29027" name="Oval 3">
            <a:extLst>
              <a:ext uri="{FF2B5EF4-FFF2-40B4-BE49-F238E27FC236}">
                <a16:creationId xmlns:a16="http://schemas.microsoft.com/office/drawing/2014/main" id="{2DDC1513-EA2C-4175-BD2D-4DC34AC2E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028" name="Oval 4">
            <a:extLst>
              <a:ext uri="{FF2B5EF4-FFF2-40B4-BE49-F238E27FC236}">
                <a16:creationId xmlns:a16="http://schemas.microsoft.com/office/drawing/2014/main" id="{12E89A06-7D2E-4A4C-AFB5-8F7167240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029" name="Oval 5">
            <a:extLst>
              <a:ext uri="{FF2B5EF4-FFF2-40B4-BE49-F238E27FC236}">
                <a16:creationId xmlns:a16="http://schemas.microsoft.com/office/drawing/2014/main" id="{8301D1C4-3FD6-4F72-9B76-F55D08690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030" name="Oval 6">
            <a:extLst>
              <a:ext uri="{FF2B5EF4-FFF2-40B4-BE49-F238E27FC236}">
                <a16:creationId xmlns:a16="http://schemas.microsoft.com/office/drawing/2014/main" id="{E1781227-B01A-44AC-9991-B956237E4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031" name="Oval 7">
            <a:extLst>
              <a:ext uri="{FF2B5EF4-FFF2-40B4-BE49-F238E27FC236}">
                <a16:creationId xmlns:a16="http://schemas.microsoft.com/office/drawing/2014/main" id="{2CA6BBDA-F53B-4CA8-A66B-47AF6F5D1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032" name="Line 8">
            <a:extLst>
              <a:ext uri="{FF2B5EF4-FFF2-40B4-BE49-F238E27FC236}">
                <a16:creationId xmlns:a16="http://schemas.microsoft.com/office/drawing/2014/main" id="{62D536D3-EE08-456E-8575-B530744DEB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3" name="Line 9">
            <a:extLst>
              <a:ext uri="{FF2B5EF4-FFF2-40B4-BE49-F238E27FC236}">
                <a16:creationId xmlns:a16="http://schemas.microsoft.com/office/drawing/2014/main" id="{25C6CCD9-4D7A-4BFC-83F2-523B7D7209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4" name="Line 10">
            <a:extLst>
              <a:ext uri="{FF2B5EF4-FFF2-40B4-BE49-F238E27FC236}">
                <a16:creationId xmlns:a16="http://schemas.microsoft.com/office/drawing/2014/main" id="{B41FED89-E0B5-4EF3-AD82-A333F2489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5" name="Line 11">
            <a:extLst>
              <a:ext uri="{FF2B5EF4-FFF2-40B4-BE49-F238E27FC236}">
                <a16:creationId xmlns:a16="http://schemas.microsoft.com/office/drawing/2014/main" id="{F4EEBB52-7E04-4A4E-9832-F22D2E049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6" name="Line 12">
            <a:extLst>
              <a:ext uri="{FF2B5EF4-FFF2-40B4-BE49-F238E27FC236}">
                <a16:creationId xmlns:a16="http://schemas.microsoft.com/office/drawing/2014/main" id="{E89B1884-5056-4533-A972-29BD96BF5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7" name="Line 13">
            <a:extLst>
              <a:ext uri="{FF2B5EF4-FFF2-40B4-BE49-F238E27FC236}">
                <a16:creationId xmlns:a16="http://schemas.microsoft.com/office/drawing/2014/main" id="{69CC3EDF-2884-4711-B4B2-431249763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8" name="Line 14">
            <a:extLst>
              <a:ext uri="{FF2B5EF4-FFF2-40B4-BE49-F238E27FC236}">
                <a16:creationId xmlns:a16="http://schemas.microsoft.com/office/drawing/2014/main" id="{75B34FA9-200F-43CA-9CE8-2B82C67EE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039" name="Text Box 15">
            <a:extLst>
              <a:ext uri="{FF2B5EF4-FFF2-40B4-BE49-F238E27FC236}">
                <a16:creationId xmlns:a16="http://schemas.microsoft.com/office/drawing/2014/main" id="{A7E4DEB2-A92B-4BCB-B2C0-D0D94C0B8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0" name="Text Box 16">
            <a:extLst>
              <a:ext uri="{FF2B5EF4-FFF2-40B4-BE49-F238E27FC236}">
                <a16:creationId xmlns:a16="http://schemas.microsoft.com/office/drawing/2014/main" id="{48CBD35B-B403-41EB-9FAD-C2334294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1" name="Text Box 17">
            <a:extLst>
              <a:ext uri="{FF2B5EF4-FFF2-40B4-BE49-F238E27FC236}">
                <a16:creationId xmlns:a16="http://schemas.microsoft.com/office/drawing/2014/main" id="{1A2864F9-86E1-4932-AAC1-916F6EDDE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2" name="Text Box 18">
            <a:extLst>
              <a:ext uri="{FF2B5EF4-FFF2-40B4-BE49-F238E27FC236}">
                <a16:creationId xmlns:a16="http://schemas.microsoft.com/office/drawing/2014/main" id="{EDDF5301-F5D5-4CB3-AF6A-E344CDE00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28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3" name="Text Box 19">
            <a:extLst>
              <a:ext uri="{FF2B5EF4-FFF2-40B4-BE49-F238E27FC236}">
                <a16:creationId xmlns:a16="http://schemas.microsoft.com/office/drawing/2014/main" id="{0B0F1560-478E-4C57-AA0A-C2CA67E38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29044" name="Line 20">
            <a:extLst>
              <a:ext uri="{FF2B5EF4-FFF2-40B4-BE49-F238E27FC236}">
                <a16:creationId xmlns:a16="http://schemas.microsoft.com/office/drawing/2014/main" id="{9BFDE714-6796-44E0-B42A-85D8D31FDE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2590800"/>
            <a:ext cx="17526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70B9820-7A6C-4CA8-B446-11E566D05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0051" name="Oval 3">
            <a:extLst>
              <a:ext uri="{FF2B5EF4-FFF2-40B4-BE49-F238E27FC236}">
                <a16:creationId xmlns:a16="http://schemas.microsoft.com/office/drawing/2014/main" id="{EB4E6D76-6914-47C5-A63A-6E04F7F8F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052" name="Oval 4">
            <a:extLst>
              <a:ext uri="{FF2B5EF4-FFF2-40B4-BE49-F238E27FC236}">
                <a16:creationId xmlns:a16="http://schemas.microsoft.com/office/drawing/2014/main" id="{714E53D8-66DF-4805-B457-AE5F731F0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053" name="Oval 5">
            <a:extLst>
              <a:ext uri="{FF2B5EF4-FFF2-40B4-BE49-F238E27FC236}">
                <a16:creationId xmlns:a16="http://schemas.microsoft.com/office/drawing/2014/main" id="{D693B722-E5EF-491E-86CB-A5D9A458E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054" name="Oval 6">
            <a:extLst>
              <a:ext uri="{FF2B5EF4-FFF2-40B4-BE49-F238E27FC236}">
                <a16:creationId xmlns:a16="http://schemas.microsoft.com/office/drawing/2014/main" id="{7F28F878-3145-40E1-B319-6A31596B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055" name="Oval 7">
            <a:extLst>
              <a:ext uri="{FF2B5EF4-FFF2-40B4-BE49-F238E27FC236}">
                <a16:creationId xmlns:a16="http://schemas.microsoft.com/office/drawing/2014/main" id="{91451AD9-41BB-49B1-8D7B-33C40D23F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056" name="Line 8">
            <a:extLst>
              <a:ext uri="{FF2B5EF4-FFF2-40B4-BE49-F238E27FC236}">
                <a16:creationId xmlns:a16="http://schemas.microsoft.com/office/drawing/2014/main" id="{1A6F18A0-D487-4ED7-8F3F-03EC4D5BC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7" name="Line 9">
            <a:extLst>
              <a:ext uri="{FF2B5EF4-FFF2-40B4-BE49-F238E27FC236}">
                <a16:creationId xmlns:a16="http://schemas.microsoft.com/office/drawing/2014/main" id="{8501D709-9072-4C28-818B-46050E898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8" name="Line 10">
            <a:extLst>
              <a:ext uri="{FF2B5EF4-FFF2-40B4-BE49-F238E27FC236}">
                <a16:creationId xmlns:a16="http://schemas.microsoft.com/office/drawing/2014/main" id="{2B4C2045-1125-4A9B-8634-42141F05B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9" name="Line 11">
            <a:extLst>
              <a:ext uri="{FF2B5EF4-FFF2-40B4-BE49-F238E27FC236}">
                <a16:creationId xmlns:a16="http://schemas.microsoft.com/office/drawing/2014/main" id="{DBA09F85-3112-4825-9D78-A2F364413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0" name="Line 12">
            <a:extLst>
              <a:ext uri="{FF2B5EF4-FFF2-40B4-BE49-F238E27FC236}">
                <a16:creationId xmlns:a16="http://schemas.microsoft.com/office/drawing/2014/main" id="{36759B00-BE8E-4108-8B2B-9839357BD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1" name="Line 13">
            <a:extLst>
              <a:ext uri="{FF2B5EF4-FFF2-40B4-BE49-F238E27FC236}">
                <a16:creationId xmlns:a16="http://schemas.microsoft.com/office/drawing/2014/main" id="{C34889FD-64B5-48FE-A54D-364C2A026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2" name="Line 14">
            <a:extLst>
              <a:ext uri="{FF2B5EF4-FFF2-40B4-BE49-F238E27FC236}">
                <a16:creationId xmlns:a16="http://schemas.microsoft.com/office/drawing/2014/main" id="{543AE653-77ED-4785-858A-DD5D46214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3" name="Text Box 15">
            <a:extLst>
              <a:ext uri="{FF2B5EF4-FFF2-40B4-BE49-F238E27FC236}">
                <a16:creationId xmlns:a16="http://schemas.microsoft.com/office/drawing/2014/main" id="{953981D1-6C86-4D10-AD07-7033FAA22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4" name="Text Box 16">
            <a:extLst>
              <a:ext uri="{FF2B5EF4-FFF2-40B4-BE49-F238E27FC236}">
                <a16:creationId xmlns:a16="http://schemas.microsoft.com/office/drawing/2014/main" id="{075A39D7-B480-42D6-9DB6-FD425F05E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5" name="Text Box 17">
            <a:extLst>
              <a:ext uri="{FF2B5EF4-FFF2-40B4-BE49-F238E27FC236}">
                <a16:creationId xmlns:a16="http://schemas.microsoft.com/office/drawing/2014/main" id="{4B7098E2-B1BE-471A-99EC-ACC9AD274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6" name="Text Box 18">
            <a:extLst>
              <a:ext uri="{FF2B5EF4-FFF2-40B4-BE49-F238E27FC236}">
                <a16:creationId xmlns:a16="http://schemas.microsoft.com/office/drawing/2014/main" id="{73F40C52-2FC1-479B-A592-90C34D550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7" name="Text Box 19">
            <a:extLst>
              <a:ext uri="{FF2B5EF4-FFF2-40B4-BE49-F238E27FC236}">
                <a16:creationId xmlns:a16="http://schemas.microsoft.com/office/drawing/2014/main" id="{B0F2656A-A5FF-4A66-A530-FD9C2EBD6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0068" name="Line 20">
            <a:extLst>
              <a:ext uri="{FF2B5EF4-FFF2-40B4-BE49-F238E27FC236}">
                <a16:creationId xmlns:a16="http://schemas.microsoft.com/office/drawing/2014/main" id="{15C4DBB3-D74C-400D-A461-3A164FE0B9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2667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4AC58199-9D4D-411E-A971-9ED3496A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1075" name="Oval 3">
            <a:extLst>
              <a:ext uri="{FF2B5EF4-FFF2-40B4-BE49-F238E27FC236}">
                <a16:creationId xmlns:a16="http://schemas.microsoft.com/office/drawing/2014/main" id="{042486A3-92BA-4B2C-B42F-30C5BB080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076" name="Oval 4">
            <a:extLst>
              <a:ext uri="{FF2B5EF4-FFF2-40B4-BE49-F238E27FC236}">
                <a16:creationId xmlns:a16="http://schemas.microsoft.com/office/drawing/2014/main" id="{2A34CF0A-68A1-4D3A-BAAE-42DE2EC8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077" name="Oval 5">
            <a:extLst>
              <a:ext uri="{FF2B5EF4-FFF2-40B4-BE49-F238E27FC236}">
                <a16:creationId xmlns:a16="http://schemas.microsoft.com/office/drawing/2014/main" id="{C60DDBB1-9D0D-45EA-98E3-7EC5617C0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078" name="Oval 6">
            <a:extLst>
              <a:ext uri="{FF2B5EF4-FFF2-40B4-BE49-F238E27FC236}">
                <a16:creationId xmlns:a16="http://schemas.microsoft.com/office/drawing/2014/main" id="{DFDB53FB-F98F-44BF-8924-D3DA93597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079" name="Oval 7">
            <a:extLst>
              <a:ext uri="{FF2B5EF4-FFF2-40B4-BE49-F238E27FC236}">
                <a16:creationId xmlns:a16="http://schemas.microsoft.com/office/drawing/2014/main" id="{D67CBA2E-9E7E-4F40-8E83-A5CF9D9F3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080" name="Line 8">
            <a:extLst>
              <a:ext uri="{FF2B5EF4-FFF2-40B4-BE49-F238E27FC236}">
                <a16:creationId xmlns:a16="http://schemas.microsoft.com/office/drawing/2014/main" id="{BC7A5AD8-5BA1-46C4-ABCB-9A2FA81D15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1" name="Line 9">
            <a:extLst>
              <a:ext uri="{FF2B5EF4-FFF2-40B4-BE49-F238E27FC236}">
                <a16:creationId xmlns:a16="http://schemas.microsoft.com/office/drawing/2014/main" id="{3DCCE4F5-3406-45C8-B17B-44C89115A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2" name="Line 10">
            <a:extLst>
              <a:ext uri="{FF2B5EF4-FFF2-40B4-BE49-F238E27FC236}">
                <a16:creationId xmlns:a16="http://schemas.microsoft.com/office/drawing/2014/main" id="{052FE75B-DA1B-4131-B992-5F9946A3E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3" name="Line 11">
            <a:extLst>
              <a:ext uri="{FF2B5EF4-FFF2-40B4-BE49-F238E27FC236}">
                <a16:creationId xmlns:a16="http://schemas.microsoft.com/office/drawing/2014/main" id="{57EA7CAD-7BA3-4A38-B280-4303ACCC9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4" name="Line 12">
            <a:extLst>
              <a:ext uri="{FF2B5EF4-FFF2-40B4-BE49-F238E27FC236}">
                <a16:creationId xmlns:a16="http://schemas.microsoft.com/office/drawing/2014/main" id="{12BA3644-1335-44B4-848D-6BDAD20ED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5" name="Line 13">
            <a:extLst>
              <a:ext uri="{FF2B5EF4-FFF2-40B4-BE49-F238E27FC236}">
                <a16:creationId xmlns:a16="http://schemas.microsoft.com/office/drawing/2014/main" id="{13A25BC2-B2E7-442E-BAA2-BD7304C93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6" name="Line 14">
            <a:extLst>
              <a:ext uri="{FF2B5EF4-FFF2-40B4-BE49-F238E27FC236}">
                <a16:creationId xmlns:a16="http://schemas.microsoft.com/office/drawing/2014/main" id="{ABAD1601-3A9C-442F-86EE-02727B8F5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087" name="Text Box 15">
            <a:extLst>
              <a:ext uri="{FF2B5EF4-FFF2-40B4-BE49-F238E27FC236}">
                <a16:creationId xmlns:a16="http://schemas.microsoft.com/office/drawing/2014/main" id="{8549C605-C845-4525-850C-B99F63852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88" name="Text Box 16">
            <a:extLst>
              <a:ext uri="{FF2B5EF4-FFF2-40B4-BE49-F238E27FC236}">
                <a16:creationId xmlns:a16="http://schemas.microsoft.com/office/drawing/2014/main" id="{61654A79-2CDB-4386-83CC-D9074D522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89" name="Text Box 17">
            <a:extLst>
              <a:ext uri="{FF2B5EF4-FFF2-40B4-BE49-F238E27FC236}">
                <a16:creationId xmlns:a16="http://schemas.microsoft.com/office/drawing/2014/main" id="{21B3E8A2-5E2B-4752-8062-6A5E2A9D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90" name="Text Box 18">
            <a:extLst>
              <a:ext uri="{FF2B5EF4-FFF2-40B4-BE49-F238E27FC236}">
                <a16:creationId xmlns:a16="http://schemas.microsoft.com/office/drawing/2014/main" id="{9A3E60CB-F5C9-4448-891E-4FD1C8C5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1091" name="Text Box 19">
            <a:extLst>
              <a:ext uri="{FF2B5EF4-FFF2-40B4-BE49-F238E27FC236}">
                <a16:creationId xmlns:a16="http://schemas.microsoft.com/office/drawing/2014/main" id="{65E9C203-CAF4-4FCF-8A42-E3CBDCCD5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1092" name="Line 20">
            <a:extLst>
              <a:ext uri="{FF2B5EF4-FFF2-40B4-BE49-F238E27FC236}">
                <a16:creationId xmlns:a16="http://schemas.microsoft.com/office/drawing/2014/main" id="{A9F3DD82-BC01-4294-8392-E8B7BA3542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4114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6D7B3D29-73E0-432C-BB05-4A8CD763A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2099" name="Oval 3">
            <a:extLst>
              <a:ext uri="{FF2B5EF4-FFF2-40B4-BE49-F238E27FC236}">
                <a16:creationId xmlns:a16="http://schemas.microsoft.com/office/drawing/2014/main" id="{2F45FE8F-0554-451F-A380-89F5CA9BA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2100" name="Oval 4">
            <a:extLst>
              <a:ext uri="{FF2B5EF4-FFF2-40B4-BE49-F238E27FC236}">
                <a16:creationId xmlns:a16="http://schemas.microsoft.com/office/drawing/2014/main" id="{8B4B0B29-5EF0-48EE-8F22-512EDC782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2101" name="Oval 5">
            <a:extLst>
              <a:ext uri="{FF2B5EF4-FFF2-40B4-BE49-F238E27FC236}">
                <a16:creationId xmlns:a16="http://schemas.microsoft.com/office/drawing/2014/main" id="{740BB868-F6DA-4AAC-970B-3747A9171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2102" name="Oval 6">
            <a:extLst>
              <a:ext uri="{FF2B5EF4-FFF2-40B4-BE49-F238E27FC236}">
                <a16:creationId xmlns:a16="http://schemas.microsoft.com/office/drawing/2014/main" id="{80C094B5-12CF-47AA-A712-43135B432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2103" name="Oval 7">
            <a:extLst>
              <a:ext uri="{FF2B5EF4-FFF2-40B4-BE49-F238E27FC236}">
                <a16:creationId xmlns:a16="http://schemas.microsoft.com/office/drawing/2014/main" id="{0ADE3A90-2FFA-4878-9B34-8B8DD3F7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2104" name="Line 8">
            <a:extLst>
              <a:ext uri="{FF2B5EF4-FFF2-40B4-BE49-F238E27FC236}">
                <a16:creationId xmlns:a16="http://schemas.microsoft.com/office/drawing/2014/main" id="{360BE50D-8FE1-4DA7-8447-37A43A28A7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5" name="Line 9">
            <a:extLst>
              <a:ext uri="{FF2B5EF4-FFF2-40B4-BE49-F238E27FC236}">
                <a16:creationId xmlns:a16="http://schemas.microsoft.com/office/drawing/2014/main" id="{1FF8B587-8FA6-422F-A391-36F468493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6" name="Line 10">
            <a:extLst>
              <a:ext uri="{FF2B5EF4-FFF2-40B4-BE49-F238E27FC236}">
                <a16:creationId xmlns:a16="http://schemas.microsoft.com/office/drawing/2014/main" id="{AE754B8D-24B4-45CD-A51B-AE0978B91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7" name="Line 11">
            <a:extLst>
              <a:ext uri="{FF2B5EF4-FFF2-40B4-BE49-F238E27FC236}">
                <a16:creationId xmlns:a16="http://schemas.microsoft.com/office/drawing/2014/main" id="{E117A480-AE7F-49AF-906A-BAD90D472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Line 12">
            <a:extLst>
              <a:ext uri="{FF2B5EF4-FFF2-40B4-BE49-F238E27FC236}">
                <a16:creationId xmlns:a16="http://schemas.microsoft.com/office/drawing/2014/main" id="{B8735935-65E9-43CF-A87E-163BF395F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9" name="Line 13">
            <a:extLst>
              <a:ext uri="{FF2B5EF4-FFF2-40B4-BE49-F238E27FC236}">
                <a16:creationId xmlns:a16="http://schemas.microsoft.com/office/drawing/2014/main" id="{A604BFBF-BBAA-4577-809E-4FB99DB37A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0" name="Line 14">
            <a:extLst>
              <a:ext uri="{FF2B5EF4-FFF2-40B4-BE49-F238E27FC236}">
                <a16:creationId xmlns:a16="http://schemas.microsoft.com/office/drawing/2014/main" id="{BBB3EC69-65D9-41AD-9965-B07E3096B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11" name="Text Box 15">
            <a:extLst>
              <a:ext uri="{FF2B5EF4-FFF2-40B4-BE49-F238E27FC236}">
                <a16:creationId xmlns:a16="http://schemas.microsoft.com/office/drawing/2014/main" id="{0D1E2845-CEB8-4D18-A13E-E705A4FBC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2" name="Text Box 16">
            <a:extLst>
              <a:ext uri="{FF2B5EF4-FFF2-40B4-BE49-F238E27FC236}">
                <a16:creationId xmlns:a16="http://schemas.microsoft.com/office/drawing/2014/main" id="{DE8FEB94-DF10-47F7-93E2-69A52E846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3" name="Text Box 17">
            <a:extLst>
              <a:ext uri="{FF2B5EF4-FFF2-40B4-BE49-F238E27FC236}">
                <a16:creationId xmlns:a16="http://schemas.microsoft.com/office/drawing/2014/main" id="{D15B6B51-0C70-4236-A875-8A0F7A81F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4" name="Text Box 18">
            <a:extLst>
              <a:ext uri="{FF2B5EF4-FFF2-40B4-BE49-F238E27FC236}">
                <a16:creationId xmlns:a16="http://schemas.microsoft.com/office/drawing/2014/main" id="{71AC701A-2A40-4826-881F-052A3F21B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2115" name="Text Box 19">
            <a:extLst>
              <a:ext uri="{FF2B5EF4-FFF2-40B4-BE49-F238E27FC236}">
                <a16:creationId xmlns:a16="http://schemas.microsoft.com/office/drawing/2014/main" id="{F541F19E-832F-496F-A405-4DF7FDFCD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2116" name="Line 20">
            <a:extLst>
              <a:ext uri="{FF2B5EF4-FFF2-40B4-BE49-F238E27FC236}">
                <a16:creationId xmlns:a16="http://schemas.microsoft.com/office/drawing/2014/main" id="{19AD097C-4DF2-47FA-A8CA-8E02041EB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514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BF12813C-C010-4C14-8D64-8345E8F31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3123" name="Oval 3">
            <a:extLst>
              <a:ext uri="{FF2B5EF4-FFF2-40B4-BE49-F238E27FC236}">
                <a16:creationId xmlns:a16="http://schemas.microsoft.com/office/drawing/2014/main" id="{53C9143C-0B38-4795-A6EF-A29AC76FD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24" name="Oval 4">
            <a:extLst>
              <a:ext uri="{FF2B5EF4-FFF2-40B4-BE49-F238E27FC236}">
                <a16:creationId xmlns:a16="http://schemas.microsoft.com/office/drawing/2014/main" id="{33097303-2028-4E51-BDFE-4BC913882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25" name="Oval 5">
            <a:extLst>
              <a:ext uri="{FF2B5EF4-FFF2-40B4-BE49-F238E27FC236}">
                <a16:creationId xmlns:a16="http://schemas.microsoft.com/office/drawing/2014/main" id="{5891A3CA-98EC-4AD7-B946-4DA20BF3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26" name="Oval 6">
            <a:extLst>
              <a:ext uri="{FF2B5EF4-FFF2-40B4-BE49-F238E27FC236}">
                <a16:creationId xmlns:a16="http://schemas.microsoft.com/office/drawing/2014/main" id="{DDE1BAAF-1B73-45BA-915C-39B249CE2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27" name="Oval 7">
            <a:extLst>
              <a:ext uri="{FF2B5EF4-FFF2-40B4-BE49-F238E27FC236}">
                <a16:creationId xmlns:a16="http://schemas.microsoft.com/office/drawing/2014/main" id="{DC27E44B-0833-44C9-96B6-AD992C45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28" name="Line 8">
            <a:extLst>
              <a:ext uri="{FF2B5EF4-FFF2-40B4-BE49-F238E27FC236}">
                <a16:creationId xmlns:a16="http://schemas.microsoft.com/office/drawing/2014/main" id="{48171930-EC89-4F38-B5A9-7370C7A1E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29" name="Line 9">
            <a:extLst>
              <a:ext uri="{FF2B5EF4-FFF2-40B4-BE49-F238E27FC236}">
                <a16:creationId xmlns:a16="http://schemas.microsoft.com/office/drawing/2014/main" id="{702ECC95-B0C0-4324-B513-D4AB74B31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0" name="Line 10">
            <a:extLst>
              <a:ext uri="{FF2B5EF4-FFF2-40B4-BE49-F238E27FC236}">
                <a16:creationId xmlns:a16="http://schemas.microsoft.com/office/drawing/2014/main" id="{C31604C5-82BE-4204-9F99-10001439C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1" name="Line 11">
            <a:extLst>
              <a:ext uri="{FF2B5EF4-FFF2-40B4-BE49-F238E27FC236}">
                <a16:creationId xmlns:a16="http://schemas.microsoft.com/office/drawing/2014/main" id="{C516698A-DE59-41BA-A816-8098DB062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2" name="Line 12">
            <a:extLst>
              <a:ext uri="{FF2B5EF4-FFF2-40B4-BE49-F238E27FC236}">
                <a16:creationId xmlns:a16="http://schemas.microsoft.com/office/drawing/2014/main" id="{E5F43A75-90B8-4B01-A2EB-0FA7F6F61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3" name="Line 13">
            <a:extLst>
              <a:ext uri="{FF2B5EF4-FFF2-40B4-BE49-F238E27FC236}">
                <a16:creationId xmlns:a16="http://schemas.microsoft.com/office/drawing/2014/main" id="{EEE40396-51C3-4862-95E3-458EC1AF8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4" name="Line 14">
            <a:extLst>
              <a:ext uri="{FF2B5EF4-FFF2-40B4-BE49-F238E27FC236}">
                <a16:creationId xmlns:a16="http://schemas.microsoft.com/office/drawing/2014/main" id="{22B5E5EC-0453-46B9-9C3D-734379B86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35" name="Text Box 15">
            <a:extLst>
              <a:ext uri="{FF2B5EF4-FFF2-40B4-BE49-F238E27FC236}">
                <a16:creationId xmlns:a16="http://schemas.microsoft.com/office/drawing/2014/main" id="{FE4E534A-1BEB-49D9-AC93-8BD290B18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6" name="Text Box 16">
            <a:extLst>
              <a:ext uri="{FF2B5EF4-FFF2-40B4-BE49-F238E27FC236}">
                <a16:creationId xmlns:a16="http://schemas.microsoft.com/office/drawing/2014/main" id="{F856F266-9AC5-4E52-9CAE-9F28D5A03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7" name="Text Box 17">
            <a:extLst>
              <a:ext uri="{FF2B5EF4-FFF2-40B4-BE49-F238E27FC236}">
                <a16:creationId xmlns:a16="http://schemas.microsoft.com/office/drawing/2014/main" id="{9643173D-8F25-4910-A125-4298AA728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8" name="Text Box 18">
            <a:extLst>
              <a:ext uri="{FF2B5EF4-FFF2-40B4-BE49-F238E27FC236}">
                <a16:creationId xmlns:a16="http://schemas.microsoft.com/office/drawing/2014/main" id="{5E2853C9-C0A7-4764-9BDF-7B3AE19E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3139" name="Text Box 19">
            <a:extLst>
              <a:ext uri="{FF2B5EF4-FFF2-40B4-BE49-F238E27FC236}">
                <a16:creationId xmlns:a16="http://schemas.microsoft.com/office/drawing/2014/main" id="{E68FC91C-2413-482D-ADFA-B23BD9F0C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25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3140" name="Line 20">
            <a:extLst>
              <a:ext uri="{FF2B5EF4-FFF2-40B4-BE49-F238E27FC236}">
                <a16:creationId xmlns:a16="http://schemas.microsoft.com/office/drawing/2014/main" id="{24C32881-DB7B-415C-A405-FED2A80606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514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3E037350-7AA9-4A24-8F78-631B087B3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4147" name="Oval 3">
            <a:extLst>
              <a:ext uri="{FF2B5EF4-FFF2-40B4-BE49-F238E27FC236}">
                <a16:creationId xmlns:a16="http://schemas.microsoft.com/office/drawing/2014/main" id="{3BE6C405-CE25-47EF-B924-971DC167B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4148" name="Oval 4">
            <a:extLst>
              <a:ext uri="{FF2B5EF4-FFF2-40B4-BE49-F238E27FC236}">
                <a16:creationId xmlns:a16="http://schemas.microsoft.com/office/drawing/2014/main" id="{6B5DCCE4-B173-486E-9F7A-809745780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4149" name="Oval 5">
            <a:extLst>
              <a:ext uri="{FF2B5EF4-FFF2-40B4-BE49-F238E27FC236}">
                <a16:creationId xmlns:a16="http://schemas.microsoft.com/office/drawing/2014/main" id="{9F380106-8E59-445A-84FA-B2F973AAE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4150" name="Oval 6">
            <a:extLst>
              <a:ext uri="{FF2B5EF4-FFF2-40B4-BE49-F238E27FC236}">
                <a16:creationId xmlns:a16="http://schemas.microsoft.com/office/drawing/2014/main" id="{BF0ECE0D-B3BA-4EC2-99A3-D2A580D23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4151" name="Oval 7">
            <a:extLst>
              <a:ext uri="{FF2B5EF4-FFF2-40B4-BE49-F238E27FC236}">
                <a16:creationId xmlns:a16="http://schemas.microsoft.com/office/drawing/2014/main" id="{DDF0187C-8610-4FA5-BD92-3F310B62E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4152" name="Line 8">
            <a:extLst>
              <a:ext uri="{FF2B5EF4-FFF2-40B4-BE49-F238E27FC236}">
                <a16:creationId xmlns:a16="http://schemas.microsoft.com/office/drawing/2014/main" id="{C46F47DA-E4A5-4D3B-BFB1-DDEFEB4617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3" name="Line 9">
            <a:extLst>
              <a:ext uri="{FF2B5EF4-FFF2-40B4-BE49-F238E27FC236}">
                <a16:creationId xmlns:a16="http://schemas.microsoft.com/office/drawing/2014/main" id="{C42B445A-2A51-496C-96F5-D3CFEC520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4" name="Line 10">
            <a:extLst>
              <a:ext uri="{FF2B5EF4-FFF2-40B4-BE49-F238E27FC236}">
                <a16:creationId xmlns:a16="http://schemas.microsoft.com/office/drawing/2014/main" id="{8E0B030E-93B9-4F2D-AD7E-17B0AF355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5" name="Line 11">
            <a:extLst>
              <a:ext uri="{FF2B5EF4-FFF2-40B4-BE49-F238E27FC236}">
                <a16:creationId xmlns:a16="http://schemas.microsoft.com/office/drawing/2014/main" id="{091D2B31-B0CD-4130-A837-ADCCE2B7B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6" name="Line 12">
            <a:extLst>
              <a:ext uri="{FF2B5EF4-FFF2-40B4-BE49-F238E27FC236}">
                <a16:creationId xmlns:a16="http://schemas.microsoft.com/office/drawing/2014/main" id="{104A4941-D961-4C73-87B3-AE979412D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7" name="Line 13">
            <a:extLst>
              <a:ext uri="{FF2B5EF4-FFF2-40B4-BE49-F238E27FC236}">
                <a16:creationId xmlns:a16="http://schemas.microsoft.com/office/drawing/2014/main" id="{008EFC06-5771-4582-AFC8-5A4D97B1F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8" name="Line 14">
            <a:extLst>
              <a:ext uri="{FF2B5EF4-FFF2-40B4-BE49-F238E27FC236}">
                <a16:creationId xmlns:a16="http://schemas.microsoft.com/office/drawing/2014/main" id="{42ED3366-8485-41A2-91C1-62160AF0C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9" name="Text Box 15">
            <a:extLst>
              <a:ext uri="{FF2B5EF4-FFF2-40B4-BE49-F238E27FC236}">
                <a16:creationId xmlns:a16="http://schemas.microsoft.com/office/drawing/2014/main" id="{15F15706-3406-4194-A1B4-A35E8F2E7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0" name="Text Box 16">
            <a:extLst>
              <a:ext uri="{FF2B5EF4-FFF2-40B4-BE49-F238E27FC236}">
                <a16:creationId xmlns:a16="http://schemas.microsoft.com/office/drawing/2014/main" id="{DA6AA563-1AF0-45BA-B0A1-95A1834B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1" name="Text Box 17">
            <a:extLst>
              <a:ext uri="{FF2B5EF4-FFF2-40B4-BE49-F238E27FC236}">
                <a16:creationId xmlns:a16="http://schemas.microsoft.com/office/drawing/2014/main" id="{9161E322-DD32-45DB-889B-41FD032CA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2" name="Text Box 18">
            <a:extLst>
              <a:ext uri="{FF2B5EF4-FFF2-40B4-BE49-F238E27FC236}">
                <a16:creationId xmlns:a16="http://schemas.microsoft.com/office/drawing/2014/main" id="{BC6B7435-C3D0-4340-BDF3-44E25192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4163" name="Text Box 19">
            <a:extLst>
              <a:ext uri="{FF2B5EF4-FFF2-40B4-BE49-F238E27FC236}">
                <a16:creationId xmlns:a16="http://schemas.microsoft.com/office/drawing/2014/main" id="{CC45EF3C-D4FD-4C27-B5D7-A803068CB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4164" name="Line 20">
            <a:extLst>
              <a:ext uri="{FF2B5EF4-FFF2-40B4-BE49-F238E27FC236}">
                <a16:creationId xmlns:a16="http://schemas.microsoft.com/office/drawing/2014/main" id="{55C2A92B-0C51-41E9-AB7B-BC42D7F86A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4191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6633A73-E87F-4518-AB1A-282C92BFF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 Consistency: AC3</a:t>
            </a:r>
          </a:p>
        </p:txBody>
      </p:sp>
      <p:sp>
        <p:nvSpPr>
          <p:cNvPr id="135171" name="Oval 3">
            <a:extLst>
              <a:ext uri="{FF2B5EF4-FFF2-40B4-BE49-F238E27FC236}">
                <a16:creationId xmlns:a16="http://schemas.microsoft.com/office/drawing/2014/main" id="{1799DB31-BCDF-43F9-851A-B9917F5FF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04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5172" name="Oval 4">
            <a:extLst>
              <a:ext uri="{FF2B5EF4-FFF2-40B4-BE49-F238E27FC236}">
                <a16:creationId xmlns:a16="http://schemas.microsoft.com/office/drawing/2014/main" id="{FA0F4B61-E3C3-48EB-BCD5-2D15C405D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910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5173" name="Oval 5">
            <a:extLst>
              <a:ext uri="{FF2B5EF4-FFF2-40B4-BE49-F238E27FC236}">
                <a16:creationId xmlns:a16="http://schemas.microsoft.com/office/drawing/2014/main" id="{FAB11B12-0B7B-4A72-8739-0AC1456DA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457200" cy="457200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5174" name="Oval 6">
            <a:extLst>
              <a:ext uri="{FF2B5EF4-FFF2-40B4-BE49-F238E27FC236}">
                <a16:creationId xmlns:a16="http://schemas.microsoft.com/office/drawing/2014/main" id="{90153C33-62E1-4B8D-8B78-726CBDA91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67200"/>
            <a:ext cx="457200" cy="457200"/>
          </a:xfrm>
          <a:prstGeom prst="ellipse">
            <a:avLst/>
          </a:prstGeom>
          <a:solidFill>
            <a:srgbClr val="F2170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5175" name="Oval 7">
            <a:extLst>
              <a:ext uri="{FF2B5EF4-FFF2-40B4-BE49-F238E27FC236}">
                <a16:creationId xmlns:a16="http://schemas.microsoft.com/office/drawing/2014/main" id="{C24ADAC2-51CE-4060-9F2C-FC91F00E6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5176" name="Line 8">
            <a:extLst>
              <a:ext uri="{FF2B5EF4-FFF2-40B4-BE49-F238E27FC236}">
                <a16:creationId xmlns:a16="http://schemas.microsoft.com/office/drawing/2014/main" id="{FE72C14C-6DE1-4B9A-ACDD-A81926F442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438400"/>
            <a:ext cx="1752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7" name="Line 9">
            <a:extLst>
              <a:ext uri="{FF2B5EF4-FFF2-40B4-BE49-F238E27FC236}">
                <a16:creationId xmlns:a16="http://schemas.microsoft.com/office/drawing/2014/main" id="{E5F1D9D8-7A90-4FC3-9351-0DD744580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581400"/>
            <a:ext cx="1752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8" name="Line 10">
            <a:extLst>
              <a:ext uri="{FF2B5EF4-FFF2-40B4-BE49-F238E27FC236}">
                <a16:creationId xmlns:a16="http://schemas.microsoft.com/office/drawing/2014/main" id="{ABC80786-4F85-471C-A6B0-E1DAEBB7E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5908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79" name="Line 11">
            <a:extLst>
              <a:ext uri="{FF2B5EF4-FFF2-40B4-BE49-F238E27FC236}">
                <a16:creationId xmlns:a16="http://schemas.microsoft.com/office/drawing/2014/main" id="{E37A5EEB-80A5-4E5E-84ED-6EB99A847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362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0" name="Line 12">
            <a:extLst>
              <a:ext uri="{FF2B5EF4-FFF2-40B4-BE49-F238E27FC236}">
                <a16:creationId xmlns:a16="http://schemas.microsoft.com/office/drawing/2014/main" id="{6A43A6BD-E19B-42D8-AA23-1F7F55968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90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1" name="Line 13">
            <a:extLst>
              <a:ext uri="{FF2B5EF4-FFF2-40B4-BE49-F238E27FC236}">
                <a16:creationId xmlns:a16="http://schemas.microsoft.com/office/drawing/2014/main" id="{041CD6A5-FD5A-4CA6-AAC3-870D2CC98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2" name="Line 14">
            <a:extLst>
              <a:ext uri="{FF2B5EF4-FFF2-40B4-BE49-F238E27FC236}">
                <a16:creationId xmlns:a16="http://schemas.microsoft.com/office/drawing/2014/main" id="{1498A8BC-7D00-46FA-9936-A22749310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514600"/>
            <a:ext cx="21336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183" name="Text Box 15">
            <a:extLst>
              <a:ext uri="{FF2B5EF4-FFF2-40B4-BE49-F238E27FC236}">
                <a16:creationId xmlns:a16="http://schemas.microsoft.com/office/drawing/2014/main" id="{20F0356A-CB30-4A91-AB5A-1F00C3AA2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528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4" name="Text Box 16">
            <a:extLst>
              <a:ext uri="{FF2B5EF4-FFF2-40B4-BE49-F238E27FC236}">
                <a16:creationId xmlns:a16="http://schemas.microsoft.com/office/drawing/2014/main" id="{335EA0F9-5F9F-4FB8-8451-4A514FF88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  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5" name="Text Box 17">
            <a:extLst>
              <a:ext uri="{FF2B5EF4-FFF2-40B4-BE49-F238E27FC236}">
                <a16:creationId xmlns:a16="http://schemas.microsoft.com/office/drawing/2014/main" id="{82956843-51FF-4167-9C55-681673D62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76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  ,</a:t>
            </a:r>
            <a:r>
              <a:rPr lang="en-US" altLang="en-US" b="1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6" name="Text Box 18">
            <a:extLst>
              <a:ext uri="{FF2B5EF4-FFF2-40B4-BE49-F238E27FC236}">
                <a16:creationId xmlns:a16="http://schemas.microsoft.com/office/drawing/2014/main" id="{6B62494A-4221-40B8-9B5C-F3CE046CC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954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,</a:t>
            </a:r>
            <a:r>
              <a:rPr lang="en-US" altLang="en-US" b="1">
                <a:solidFill>
                  <a:srgbClr val="008000"/>
                </a:solidFill>
                <a:latin typeface="Tahoma" panose="020B0604030504040204" pitchFamily="34" charset="0"/>
              </a:rPr>
              <a:t>G</a:t>
            </a:r>
            <a:r>
              <a:rPr lang="en-US" altLang="en-US">
                <a:latin typeface="Tahoma" panose="020B0604030504040204" pitchFamily="34" charset="0"/>
              </a:rPr>
              <a:t>]</a:t>
            </a:r>
          </a:p>
        </p:txBody>
      </p:sp>
      <p:sp>
        <p:nvSpPr>
          <p:cNvPr id="135187" name="Text Box 19">
            <a:extLst>
              <a:ext uri="{FF2B5EF4-FFF2-40B4-BE49-F238E27FC236}">
                <a16:creationId xmlns:a16="http://schemas.microsoft.com/office/drawing/2014/main" id="{26C316B8-8DF5-42C4-8C27-34E4A5208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7244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Tahoma" panose="020B0604030504040204" pitchFamily="34" charset="0"/>
              </a:rPr>
              <a:t>[</a:t>
            </a:r>
            <a:r>
              <a:rPr lang="en-US" altLang="en-US" b="1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altLang="en-US">
                <a:latin typeface="Tahoma" panose="020B0604030504040204" pitchFamily="34" charset="0"/>
              </a:rPr>
              <a:t>,  ,  ]</a:t>
            </a:r>
          </a:p>
        </p:txBody>
      </p:sp>
      <p:sp>
        <p:nvSpPr>
          <p:cNvPr id="135188" name="Text Box 20">
            <a:extLst>
              <a:ext uri="{FF2B5EF4-FFF2-40B4-BE49-F238E27FC236}">
                <a16:creationId xmlns:a16="http://schemas.microsoft.com/office/drawing/2014/main" id="{49FEE2F4-2028-4A89-948E-72916907F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48640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Solution !!!</a:t>
            </a:r>
            <a:endParaRPr lang="en-GB" altLang="en-US" b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6587F1A-8602-455B-9667-ED439D930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search for CSPs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7167D79-C72E-436D-942D-E6F24D417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400"/>
              <a:t>Hill-climbing, simulated annealing typically work with "complete" states, i.e., all variables assigned
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/>
              <a:t>To apply to CSPs:
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allow states with unsatisfied constraints
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operators </a:t>
            </a:r>
            <a:r>
              <a:rPr lang="en-US" altLang="en-US" sz="2000">
                <a:solidFill>
                  <a:srgbClr val="FF0000"/>
                </a:solidFill>
              </a:rPr>
              <a:t>reassign</a:t>
            </a:r>
            <a:r>
              <a:rPr lang="en-US" altLang="en-US" sz="2000"/>
              <a:t> variable values
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/>
              <a:t>Variable selection: randomly select any conflicted variable
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/>
              <a:t>Value selection by </a:t>
            </a:r>
            <a:r>
              <a:rPr lang="en-US" altLang="en-US" sz="2400">
                <a:solidFill>
                  <a:srgbClr val="FF0000"/>
                </a:solidFill>
              </a:rPr>
              <a:t>min-conflicts </a:t>
            </a:r>
            <a:r>
              <a:rPr lang="en-US" altLang="en-US" sz="2400"/>
              <a:t>heuristic:
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choose value that violates the fewest constraints
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i.e., hill-climb with </a:t>
            </a:r>
            <a:r>
              <a:rPr lang="en-US" altLang="en-US" sz="2000" i="1"/>
              <a:t>h(n) </a:t>
            </a:r>
            <a:r>
              <a:rPr lang="en-US" altLang="en-US" sz="2000"/>
              <a:t>= total number of violated constraints
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88DE4-3717-4FC7-94B2-2521EB0C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1C50-8683-4FC9-B76F-B877F1AA6634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62EBC-18FE-4C6B-ACB9-A84E51BF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1CC2B-FE34-4142-AE03-EA2648A80BF4}" type="slidenum">
              <a:rPr lang="en-US" altLang="en-US"/>
              <a:pPr/>
              <a:t>76</a:t>
            </a:fld>
            <a:endParaRPr lang="en-US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06FEAE4-BC75-4DCD-914E-0FD87194D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4-Queens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7756055-BCC6-4585-95FA-EDC7A96C5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States</a:t>
            </a:r>
            <a:r>
              <a:rPr lang="en-US" altLang="en-US" sz="2400"/>
              <a:t>: 4 queens in 4 columns (4</a:t>
            </a:r>
            <a:r>
              <a:rPr lang="en-US" altLang="en-US" sz="2400" baseline="30000"/>
              <a:t>4</a:t>
            </a:r>
            <a:r>
              <a:rPr lang="en-US" altLang="en-US" sz="2400"/>
              <a:t> = 256 states)
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Actions</a:t>
            </a:r>
            <a:r>
              <a:rPr lang="en-US" altLang="en-US" sz="2400"/>
              <a:t>: move queen in column
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Goal test</a:t>
            </a:r>
            <a:r>
              <a:rPr lang="en-US" altLang="en-US" sz="2400"/>
              <a:t>: no attacks
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Evaluation</a:t>
            </a:r>
            <a:r>
              <a:rPr lang="en-US" altLang="en-US" sz="2400"/>
              <a:t>: </a:t>
            </a:r>
            <a:r>
              <a:rPr lang="en-US" altLang="en-US" sz="2400" i="1"/>
              <a:t>h(n) </a:t>
            </a:r>
            <a:r>
              <a:rPr lang="en-US" altLang="en-US" sz="2400"/>
              <a:t>= number of attacks
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en-US" altLang="en-US" sz="2400"/>
              <a:t>Given random initial state, can solve </a:t>
            </a:r>
            <a:r>
              <a:rPr lang="en-US" altLang="en-US" sz="2400" i="1"/>
              <a:t>n</a:t>
            </a:r>
            <a:r>
              <a:rPr lang="en-US" altLang="en-US" sz="2400"/>
              <a:t>-queens in almost constant time for arbitrary </a:t>
            </a:r>
            <a:r>
              <a:rPr lang="en-US" altLang="en-US" sz="2400" i="1"/>
              <a:t>n</a:t>
            </a:r>
            <a:r>
              <a:rPr lang="en-US" altLang="en-US" sz="2400"/>
              <a:t> with high probability (e.g., </a:t>
            </a:r>
            <a:r>
              <a:rPr lang="en-US" altLang="en-US" sz="2400" i="1"/>
              <a:t>n</a:t>
            </a:r>
            <a:r>
              <a:rPr lang="en-US" altLang="en-US" sz="2400"/>
              <a:t> = 10,000,000)
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1CE4A37-F330-47AE-9F57-6A81C5CD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2C4D-64B6-415D-98AE-C66F86DC07CD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21C44E-FE8B-41BF-A62E-A2FB1DB4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4341 - Constraint Satisfaction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27FB7A-2728-4039-98CD-587826E5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A2CA1-C48F-40C9-88AA-2BEB1D8CC299}" type="slidenum">
              <a:rPr lang="en-US" altLang="en-US"/>
              <a:pPr/>
              <a:t>77</a:t>
            </a:fld>
            <a:endParaRPr lang="en-US" altLang="en-US"/>
          </a:p>
        </p:txBody>
      </p:sp>
      <p:pic>
        <p:nvPicPr>
          <p:cNvPr id="35844" name="Picture 4" descr="4queens-iterative">
            <a:extLst>
              <a:ext uri="{FF2B5EF4-FFF2-40B4-BE49-F238E27FC236}">
                <a16:creationId xmlns:a16="http://schemas.microsoft.com/office/drawing/2014/main" id="{1C06F075-9778-46B3-A078-12728F096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24200"/>
            <a:ext cx="5791200" cy="176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7EB1001-8F99-4405-B28E-8AD801315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04CCEF0-7392-41A2-B498-B776FE6D9F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CSPs are a special kind of problem: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states defined by values of a fixed set of variables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goal test defined by constraints on variable values</a:t>
            </a:r>
          </a:p>
          <a:p>
            <a:pPr lvl="4">
              <a:lnSpc>
                <a:spcPct val="80000"/>
              </a:lnSpc>
            </a:pPr>
            <a:endParaRPr lang="en-US" altLang="en-US" sz="1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Backtracking = depth-first search with one variable assigned per node</a:t>
            </a:r>
          </a:p>
          <a:p>
            <a:pPr lvl="4">
              <a:lnSpc>
                <a:spcPct val="80000"/>
              </a:lnSpc>
            </a:pPr>
            <a:endParaRPr lang="en-US" altLang="en-US" sz="1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Variable ordering and value selection heuristics help significantly</a:t>
            </a:r>
          </a:p>
          <a:p>
            <a:pPr lvl="4">
              <a:lnSpc>
                <a:spcPct val="80000"/>
              </a:lnSpc>
            </a:pPr>
            <a:endParaRPr lang="en-US" altLang="en-US" sz="1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Forward checking prevents assignments that guarantee later failure</a:t>
            </a:r>
          </a:p>
          <a:p>
            <a:pPr lvl="4">
              <a:lnSpc>
                <a:spcPct val="80000"/>
              </a:lnSpc>
            </a:pPr>
            <a:endParaRPr lang="en-US" altLang="en-US" sz="1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Constraint propagation (e.g., arc consistency) does additional work to constrain values and detect inconsistencies</a:t>
            </a:r>
          </a:p>
          <a:p>
            <a:pPr lvl="4">
              <a:lnSpc>
                <a:spcPct val="80000"/>
              </a:lnSpc>
            </a:pPr>
            <a:endParaRPr lang="en-US" altLang="en-US" sz="1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Iterative min-conflicts is usually effective in practice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A024-C51F-46D5-A38B-3526E7A46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8210C-1031-40AD-AAB3-24F7BEA56431}" type="datetime1">
              <a:rPr lang="en-US" altLang="en-US" smtClean="0"/>
              <a:t>13-May-25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8B40-AAD7-473F-9FCA-11029A4E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E2754-EE3E-4543-ABD7-F89EC227DB4B}" type="slidenum">
              <a:rPr lang="en-US" altLang="en-US"/>
              <a:pPr/>
              <a:t>78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2533</Words>
  <Application>Microsoft Office PowerPoint</Application>
  <PresentationFormat>On-screen Show (4:3)</PresentationFormat>
  <Paragraphs>727</Paragraphs>
  <Slides>78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Calibri</vt:lpstr>
      <vt:lpstr>Garamond</vt:lpstr>
      <vt:lpstr>Monotype Corsiva</vt:lpstr>
      <vt:lpstr>Tahoma</vt:lpstr>
      <vt:lpstr>Times New Roman</vt:lpstr>
      <vt:lpstr>Wingdings</vt:lpstr>
      <vt:lpstr>Office Theme</vt:lpstr>
      <vt:lpstr>  CSE 604  Artificial Intelligence</vt:lpstr>
      <vt:lpstr>Outline</vt:lpstr>
      <vt:lpstr>Constraint satisfaction problems (CSPs)</vt:lpstr>
      <vt:lpstr>Example: Map-Coloring</vt:lpstr>
      <vt:lpstr>Example: Map-Coloring</vt:lpstr>
      <vt:lpstr>Constraint graph</vt:lpstr>
      <vt:lpstr>Varieties of CSPs</vt:lpstr>
      <vt:lpstr>Varieties of constraints</vt:lpstr>
      <vt:lpstr>Example: Cryptarithmetic</vt:lpstr>
      <vt:lpstr>Real-world CSPs</vt:lpstr>
      <vt:lpstr>Standard search formulation (incremental)</vt:lpstr>
      <vt:lpstr>Backtracking search</vt:lpstr>
      <vt:lpstr>Backtracking search</vt:lpstr>
      <vt:lpstr>Backtracking example</vt:lpstr>
      <vt:lpstr>Backtracking example</vt:lpstr>
      <vt:lpstr>Backtracking example</vt:lpstr>
      <vt:lpstr>Backtracking example</vt:lpstr>
      <vt:lpstr>Improving backtracking efficiency</vt:lpstr>
      <vt:lpstr>Minimum remaining values (MRV)</vt:lpstr>
      <vt:lpstr>Degree Heuristic</vt:lpstr>
      <vt:lpstr>Least constraining value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Forward Checking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Example: 4-Queens Problem</vt:lpstr>
      <vt:lpstr>Constraint propagation</vt:lpstr>
      <vt:lpstr>Arc consistency</vt:lpstr>
      <vt:lpstr>Arc consistency</vt:lpstr>
      <vt:lpstr>Arc consistency</vt:lpstr>
      <vt:lpstr>Arc consistency</vt:lpstr>
      <vt:lpstr>Arc consistency algorithm AC-3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Arc Consistency: AC3</vt:lpstr>
      <vt:lpstr>Local search for CSPs</vt:lpstr>
      <vt:lpstr>Example: 4-Queens</vt:lpstr>
      <vt:lpstr>Summary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 Satisfaction Problems</dc:title>
  <dc:creator>Min-Yen Kan</dc:creator>
  <cp:lastModifiedBy>Ahmedul Kabir</cp:lastModifiedBy>
  <cp:revision>19</cp:revision>
  <dcterms:created xsi:type="dcterms:W3CDTF">2003-12-17T05:14:46Z</dcterms:created>
  <dcterms:modified xsi:type="dcterms:W3CDTF">2025-05-13T17:25:28Z</dcterms:modified>
</cp:coreProperties>
</file>