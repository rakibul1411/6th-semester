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99" r:id="rId5"/>
    <p:sldId id="258" r:id="rId6"/>
    <p:sldId id="259" r:id="rId7"/>
    <p:sldId id="260" r:id="rId8"/>
    <p:sldId id="295" r:id="rId9"/>
    <p:sldId id="296" r:id="rId10"/>
    <p:sldId id="261" r:id="rId11"/>
    <p:sldId id="262" r:id="rId12"/>
    <p:sldId id="297" r:id="rId13"/>
    <p:sldId id="298"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88" r:id="rId27"/>
    <p:sldId id="275" r:id="rId28"/>
    <p:sldId id="276" r:id="rId29"/>
    <p:sldId id="291" r:id="rId30"/>
    <p:sldId id="292" r:id="rId31"/>
    <p:sldId id="293" r:id="rId32"/>
    <p:sldId id="294" r:id="rId33"/>
    <p:sldId id="290" r:id="rId34"/>
    <p:sldId id="289" r:id="rId3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None/>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None/>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None/>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None/>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None/>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None/>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None/>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None/>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663" autoAdjust="0"/>
  </p:normalViewPr>
  <p:slideViewPr>
    <p:cSldViewPr snapToGrid="0">
      <p:cViewPr varScale="1">
        <p:scale>
          <a:sx n="75" d="100"/>
          <a:sy n="75" d="100"/>
        </p:scale>
        <p:origin x="102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400" cy="4114800"/>
          </a:xfrm>
          <a:prstGeom prst="rect">
            <a:avLst/>
          </a:prstGeom>
          <a:noFill/>
          <a:ln>
            <a:noFill/>
          </a:ln>
        </p:spPr>
        <p:txBody>
          <a:bodyPr wrap="square" lIns="91425" tIns="91425" rIns="91425" bIns="91425" anchor="t" anchorCtr="0"/>
          <a:lstStyle>
            <a:lvl1pPr lvl="0">
              <a:spcBef>
                <a:spcPts val="0"/>
              </a:spcBef>
              <a:buSzPts val="1100"/>
              <a:buChar char="●"/>
              <a:defRPr sz="1100"/>
            </a:lvl1pPr>
            <a:lvl2pPr lvl="1">
              <a:spcBef>
                <a:spcPts val="0"/>
              </a:spcBef>
              <a:buSzPts val="1100"/>
              <a:buChar char="○"/>
              <a:defRPr sz="1100"/>
            </a:lvl2pPr>
            <a:lvl3pPr lvl="2">
              <a:spcBef>
                <a:spcPts val="0"/>
              </a:spcBef>
              <a:buSzPts val="1100"/>
              <a:buChar char="■"/>
              <a:defRPr sz="1100"/>
            </a:lvl3pPr>
            <a:lvl4pPr lvl="3">
              <a:spcBef>
                <a:spcPts val="0"/>
              </a:spcBef>
              <a:buSzPts val="1100"/>
              <a:buChar char="●"/>
              <a:defRPr sz="1100"/>
            </a:lvl4pPr>
            <a:lvl5pPr lvl="4">
              <a:spcBef>
                <a:spcPts val="0"/>
              </a:spcBef>
              <a:buSzPts val="1100"/>
              <a:buChar char="○"/>
              <a:defRPr sz="1100"/>
            </a:lvl5pPr>
            <a:lvl6pPr lvl="5">
              <a:spcBef>
                <a:spcPts val="0"/>
              </a:spcBef>
              <a:buSzPts val="1100"/>
              <a:buChar char="■"/>
              <a:defRPr sz="1100"/>
            </a:lvl6pPr>
            <a:lvl7pPr lvl="6">
              <a:spcBef>
                <a:spcPts val="0"/>
              </a:spcBef>
              <a:buSzPts val="1100"/>
              <a:buChar char="●"/>
              <a:defRPr sz="1100"/>
            </a:lvl7pPr>
            <a:lvl8pPr lvl="7">
              <a:spcBef>
                <a:spcPts val="0"/>
              </a:spcBef>
              <a:buSzPts val="1100"/>
              <a:buChar char="○"/>
              <a:defRPr sz="1100"/>
            </a:lvl8pPr>
            <a:lvl9pPr lvl="8">
              <a:spcBef>
                <a:spcPts val="0"/>
              </a:spcBef>
              <a:buSzPts val="1100"/>
              <a:buChar char="■"/>
              <a:defRPr sz="1100"/>
            </a:lvl9pPr>
          </a:lstStyle>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0"/>
        <p:cNvGrpSpPr/>
        <p:nvPr/>
      </p:nvGrpSpPr>
      <p:grpSpPr>
        <a:xfrm>
          <a:off x="0" y="0"/>
          <a:ext cx="0" cy="0"/>
          <a:chOff x="0" y="0"/>
          <a:chExt cx="0" cy="0"/>
        </a:xfrm>
      </p:grpSpPr>
      <p:sp>
        <p:nvSpPr>
          <p:cNvPr id="51" name="Shape 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2" name="Shape 52"/>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1"/>
        <p:cNvGrpSpPr/>
        <p:nvPr/>
      </p:nvGrpSpPr>
      <p:grpSpPr>
        <a:xfrm>
          <a:off x="0" y="0"/>
          <a:ext cx="0" cy="0"/>
          <a:chOff x="0" y="0"/>
          <a:chExt cx="0" cy="0"/>
        </a:xfrm>
      </p:grpSpPr>
      <p:sp>
        <p:nvSpPr>
          <p:cNvPr id="62" name="Shape 6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63" name="Shape 6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9"/>
        <p:cNvGrpSpPr/>
        <p:nvPr/>
      </p:nvGrpSpPr>
      <p:grpSpPr>
        <a:xfrm>
          <a:off x="0" y="0"/>
          <a:ext cx="0" cy="0"/>
          <a:chOff x="0" y="0"/>
          <a:chExt cx="0" cy="0"/>
        </a:xfrm>
      </p:grpSpPr>
      <p:sp>
        <p:nvSpPr>
          <p:cNvPr id="70" name="Shape 7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1" name="Shape 71"/>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5"/>
        <p:cNvGrpSpPr/>
        <p:nvPr/>
      </p:nvGrpSpPr>
      <p:grpSpPr>
        <a:xfrm>
          <a:off x="0" y="0"/>
          <a:ext cx="0" cy="0"/>
          <a:chOff x="0" y="0"/>
          <a:chExt cx="0" cy="0"/>
        </a:xfrm>
      </p:grpSpPr>
      <p:sp>
        <p:nvSpPr>
          <p:cNvPr id="76" name="Shape 7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7" name="Shape 77"/>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GB"/>
              <a:t>Many websites take input from the user,conduct some activities and then send response to the user in a web page, with the original user input included on the response (i.e the user input is reflected back)</a:t>
            </a:r>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2"/>
        <p:cNvGrpSpPr/>
        <p:nvPr/>
      </p:nvGrpSpPr>
      <p:grpSpPr>
        <a:xfrm>
          <a:off x="0" y="0"/>
          <a:ext cx="0" cy="0"/>
          <a:chOff x="0" y="0"/>
          <a:chExt cx="0" cy="0"/>
        </a:xfrm>
      </p:grpSpPr>
      <p:sp>
        <p:nvSpPr>
          <p:cNvPr id="83" name="Shape 8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4" name="Shape 84"/>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8"/>
        <p:cNvGrpSpPr/>
        <p:nvPr/>
      </p:nvGrpSpPr>
      <p:grpSpPr>
        <a:xfrm>
          <a:off x="0" y="0"/>
          <a:ext cx="0" cy="0"/>
          <a:chOff x="0" y="0"/>
          <a:chExt cx="0" cy="0"/>
        </a:xfrm>
      </p:grpSpPr>
      <p:sp>
        <p:nvSpPr>
          <p:cNvPr id="89" name="Shape 8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0" name="Shape 9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5"/>
        <p:cNvGrpSpPr/>
        <p:nvPr/>
      </p:nvGrpSpPr>
      <p:grpSpPr>
        <a:xfrm>
          <a:off x="0" y="0"/>
          <a:ext cx="0" cy="0"/>
          <a:chOff x="0" y="0"/>
          <a:chExt cx="0" cy="0"/>
        </a:xfrm>
      </p:grpSpPr>
      <p:sp>
        <p:nvSpPr>
          <p:cNvPr id="96" name="Shape 9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7" name="Shape 97"/>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1"/>
        <p:cNvGrpSpPr/>
        <p:nvPr/>
      </p:nvGrpSpPr>
      <p:grpSpPr>
        <a:xfrm>
          <a:off x="0" y="0"/>
          <a:ext cx="0" cy="0"/>
          <a:chOff x="0" y="0"/>
          <a:chExt cx="0" cy="0"/>
        </a:xfrm>
      </p:grpSpPr>
      <p:sp>
        <p:nvSpPr>
          <p:cNvPr id="102" name="Shape 10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3" name="Shape 10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7"/>
        <p:cNvGrpSpPr/>
        <p:nvPr/>
      </p:nvGrpSpPr>
      <p:grpSpPr>
        <a:xfrm>
          <a:off x="0" y="0"/>
          <a:ext cx="0" cy="0"/>
          <a:chOff x="0" y="0"/>
          <a:chExt cx="0" cy="0"/>
        </a:xfrm>
      </p:grpSpPr>
      <p:sp>
        <p:nvSpPr>
          <p:cNvPr id="108" name="Shape 10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9" name="Shape 109"/>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4"/>
        <p:cNvGrpSpPr/>
        <p:nvPr/>
      </p:nvGrpSpPr>
      <p:grpSpPr>
        <a:xfrm>
          <a:off x="0" y="0"/>
          <a:ext cx="0" cy="0"/>
          <a:chOff x="0" y="0"/>
          <a:chExt cx="0" cy="0"/>
        </a:xfrm>
      </p:grpSpPr>
      <p:sp>
        <p:nvSpPr>
          <p:cNvPr id="115" name="Shape 11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6" name="Shape 116"/>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0"/>
        <p:cNvGrpSpPr/>
        <p:nvPr/>
      </p:nvGrpSpPr>
      <p:grpSpPr>
        <a:xfrm>
          <a:off x="0" y="0"/>
          <a:ext cx="0" cy="0"/>
          <a:chOff x="0" y="0"/>
          <a:chExt cx="0" cy="0"/>
        </a:xfrm>
      </p:grpSpPr>
      <p:sp>
        <p:nvSpPr>
          <p:cNvPr id="121" name="Shape 12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22" name="Shape 122"/>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6"/>
        <p:cNvGrpSpPr/>
        <p:nvPr/>
      </p:nvGrpSpPr>
      <p:grpSpPr>
        <a:xfrm>
          <a:off x="0" y="0"/>
          <a:ext cx="0" cy="0"/>
          <a:chOff x="0" y="0"/>
          <a:chExt cx="0" cy="0"/>
        </a:xfrm>
      </p:grpSpPr>
      <p:sp>
        <p:nvSpPr>
          <p:cNvPr id="127" name="Shape 12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28" name="Shape 128"/>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4"/>
        <p:cNvGrpSpPr/>
        <p:nvPr/>
      </p:nvGrpSpPr>
      <p:grpSpPr>
        <a:xfrm>
          <a:off x="0" y="0"/>
          <a:ext cx="0" cy="0"/>
          <a:chOff x="0" y="0"/>
          <a:chExt cx="0" cy="0"/>
        </a:xfrm>
      </p:grpSpPr>
      <p:sp>
        <p:nvSpPr>
          <p:cNvPr id="135" name="Shape 13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6" name="Shape 136"/>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3"/>
        <p:cNvGrpSpPr/>
        <p:nvPr/>
      </p:nvGrpSpPr>
      <p:grpSpPr>
        <a:xfrm>
          <a:off x="0" y="0"/>
          <a:ext cx="0" cy="0"/>
          <a:chOff x="0" y="0"/>
          <a:chExt cx="0" cy="0"/>
        </a:xfrm>
      </p:grpSpPr>
      <p:sp>
        <p:nvSpPr>
          <p:cNvPr id="144" name="Shape 14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5" name="Shape 145"/>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1"/>
        <p:cNvGrpSpPr/>
        <p:nvPr/>
      </p:nvGrpSpPr>
      <p:grpSpPr>
        <a:xfrm>
          <a:off x="0" y="0"/>
          <a:ext cx="0" cy="0"/>
          <a:chOff x="0" y="0"/>
          <a:chExt cx="0" cy="0"/>
        </a:xfrm>
      </p:grpSpPr>
      <p:sp>
        <p:nvSpPr>
          <p:cNvPr id="152" name="Shape 15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53" name="Shape 153"/>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9"/>
        <p:cNvGrpSpPr/>
        <p:nvPr/>
      </p:nvGrpSpPr>
      <p:grpSpPr>
        <a:xfrm>
          <a:off x="0" y="0"/>
          <a:ext cx="0" cy="0"/>
          <a:chOff x="0" y="0"/>
          <a:chExt cx="0" cy="0"/>
        </a:xfrm>
      </p:grpSpPr>
      <p:sp>
        <p:nvSpPr>
          <p:cNvPr id="160" name="Shape 16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1" name="Shape 161"/>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5"/>
        <p:cNvGrpSpPr/>
        <p:nvPr/>
      </p:nvGrpSpPr>
      <p:grpSpPr>
        <a:xfrm>
          <a:off x="0" y="0"/>
          <a:ext cx="0" cy="0"/>
          <a:chOff x="0" y="0"/>
          <a:chExt cx="0" cy="0"/>
        </a:xfrm>
      </p:grpSpPr>
      <p:sp>
        <p:nvSpPr>
          <p:cNvPr id="166" name="Shape 16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7" name="Shape 167"/>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2"/>
        <p:cNvGrpSpPr/>
        <p:nvPr/>
      </p:nvGrpSpPr>
      <p:grpSpPr>
        <a:xfrm>
          <a:off x="0" y="0"/>
          <a:ext cx="0" cy="0"/>
          <a:chOff x="0" y="0"/>
          <a:chExt cx="0" cy="0"/>
        </a:xfrm>
      </p:grpSpPr>
      <p:sp>
        <p:nvSpPr>
          <p:cNvPr id="173" name="Shape 17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74" name="Shape 174"/>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r>
              <a:rPr lang="en-US" dirty="0"/>
              <a:t>If the</a:t>
            </a:r>
            <a:r>
              <a:rPr lang="en-US" baseline="0" dirty="0"/>
              <a:t> CSRF has already been covered, this is a good time to ask whether we can get the User ID in CSRF? Without knowing the ID, attackers need to know the ID beforehand. In XSS attacks, attackers do not need to do that, they can get the ID directly from inside the page.</a:t>
            </a: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8"/>
        <p:cNvGrpSpPr/>
        <p:nvPr/>
      </p:nvGrpSpPr>
      <p:grpSpPr>
        <a:xfrm>
          <a:off x="0" y="0"/>
          <a:ext cx="0" cy="0"/>
          <a:chOff x="0" y="0"/>
          <a:chExt cx="0" cy="0"/>
        </a:xfrm>
      </p:grpSpPr>
      <p:sp>
        <p:nvSpPr>
          <p:cNvPr id="179" name="Shape 17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80" name="Shape 18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8"/>
        <p:cNvGrpSpPr/>
        <p:nvPr/>
      </p:nvGrpSpPr>
      <p:grpSpPr>
        <a:xfrm>
          <a:off x="0" y="0"/>
          <a:ext cx="0" cy="0"/>
          <a:chOff x="0" y="0"/>
          <a:chExt cx="0" cy="0"/>
        </a:xfrm>
      </p:grpSpPr>
      <p:sp>
        <p:nvSpPr>
          <p:cNvPr id="189" name="Shape 18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90" name="Shape 190"/>
          <p:cNvSpPr txBox="1">
            <a:spLocks noGrp="1"/>
          </p:cNvSpPr>
          <p:nvPr>
            <p:ph type="body" idx="1"/>
          </p:nvPr>
        </p:nvSpPr>
        <p:spPr>
          <a:xfrm>
            <a:off x="685800" y="4343400"/>
            <a:ext cx="5486400" cy="4114800"/>
          </a:xfrm>
          <a:prstGeom prst="rect">
            <a:avLst/>
          </a:prstGeom>
        </p:spPr>
        <p:txBody>
          <a:bodyPr wrap="square" lIns="91425" tIns="91425" rIns="91425" bIns="91425" anchor="t" anchorCtr="0">
            <a:noAutofit/>
          </a:bodyPr>
          <a:lstStyle/>
          <a:p>
            <a:pPr marL="0" lvl="0" indent="0">
              <a:spcBef>
                <a:spcPts val="0"/>
              </a:spcBef>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9"/>
        <p:cNvGrpSpPr/>
        <p:nvPr/>
      </p:nvGrpSpPr>
      <p:grpSpPr>
        <a:xfrm>
          <a:off x="0" y="0"/>
          <a:ext cx="0" cy="0"/>
          <a:chOff x="0" y="0"/>
          <a:chExt cx="0" cy="0"/>
        </a:xfrm>
      </p:grpSpPr>
      <p:sp>
        <p:nvSpPr>
          <p:cNvPr id="10" name="Shape 10"/>
          <p:cNvSpPr txBox="1">
            <a:spLocks noGrp="1"/>
          </p:cNvSpPr>
          <p:nvPr>
            <p:ph type="ctrTitle"/>
          </p:nvPr>
        </p:nvSpPr>
        <p:spPr>
          <a:xfrm>
            <a:off x="311708" y="744575"/>
            <a:ext cx="8520600" cy="2052600"/>
          </a:xfrm>
          <a:prstGeom prst="rect">
            <a:avLst/>
          </a:prstGeom>
        </p:spPr>
        <p:txBody>
          <a:bodyPr wrap="square" lIns="91425" tIns="91425" rIns="91425" bIns="91425" anchor="b" anchorCtr="0"/>
          <a:lstStyle>
            <a:lvl1pPr lvl="0" algn="ctr">
              <a:spcBef>
                <a:spcPts val="0"/>
              </a:spcBef>
              <a:buSzPts val="5200"/>
              <a:buNone/>
              <a:defRPr sz="5200"/>
            </a:lvl1pPr>
            <a:lvl2pPr lvl="1" algn="ctr">
              <a:spcBef>
                <a:spcPts val="0"/>
              </a:spcBef>
              <a:buSzPts val="5200"/>
              <a:buNone/>
              <a:defRPr sz="5200"/>
            </a:lvl2pPr>
            <a:lvl3pPr lvl="2" algn="ctr">
              <a:spcBef>
                <a:spcPts val="0"/>
              </a:spcBef>
              <a:buSzPts val="5200"/>
              <a:buNone/>
              <a:defRPr sz="5200"/>
            </a:lvl3pPr>
            <a:lvl4pPr lvl="3" algn="ctr">
              <a:spcBef>
                <a:spcPts val="0"/>
              </a:spcBef>
              <a:buSzPts val="5200"/>
              <a:buNone/>
              <a:defRPr sz="5200"/>
            </a:lvl4pPr>
            <a:lvl5pPr lvl="4" algn="ctr">
              <a:spcBef>
                <a:spcPts val="0"/>
              </a:spcBef>
              <a:buSzPts val="5200"/>
              <a:buNone/>
              <a:defRPr sz="5200"/>
            </a:lvl5pPr>
            <a:lvl6pPr lvl="5" algn="ctr">
              <a:spcBef>
                <a:spcPts val="0"/>
              </a:spcBef>
              <a:buSzPts val="5200"/>
              <a:buNone/>
              <a:defRPr sz="5200"/>
            </a:lvl6pPr>
            <a:lvl7pPr lvl="6" algn="ctr">
              <a:spcBef>
                <a:spcPts val="0"/>
              </a:spcBef>
              <a:buSzPts val="5200"/>
              <a:buNone/>
              <a:defRPr sz="5200"/>
            </a:lvl7pPr>
            <a:lvl8pPr lvl="7" algn="ctr">
              <a:spcBef>
                <a:spcPts val="0"/>
              </a:spcBef>
              <a:buSzPts val="5200"/>
              <a:buNone/>
              <a:defRPr sz="5200"/>
            </a:lvl8pPr>
            <a:lvl9pPr lvl="8" algn="ctr">
              <a:spcBef>
                <a:spcPts val="0"/>
              </a:spcBef>
              <a:buSzPts val="5200"/>
              <a:buNone/>
              <a:defRPr sz="5200"/>
            </a:lvl9pPr>
          </a:lstStyle>
          <a:p/>
        </p:txBody>
      </p:sp>
      <p:sp>
        <p:nvSpPr>
          <p:cNvPr id="11" name="Shape 11"/>
          <p:cNvSpPr txBox="1">
            <a:spLocks noGrp="1"/>
          </p:cNvSpPr>
          <p:nvPr>
            <p:ph type="subTitle" idx="1"/>
          </p:nvPr>
        </p:nvSpPr>
        <p:spPr>
          <a:xfrm>
            <a:off x="311700" y="2834125"/>
            <a:ext cx="8520600" cy="792600"/>
          </a:xfrm>
          <a:prstGeom prst="rect">
            <a:avLst/>
          </a:prstGeom>
        </p:spPr>
        <p:txBody>
          <a:bodyPr wrap="square" lIns="91425" tIns="91425" rIns="91425" bIns="91425" anchor="t" anchorCtr="0"/>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Shape 12"/>
          <p:cNvSpPr txBox="1">
            <a:spLocks noGrp="1"/>
          </p:cNvSpPr>
          <p:nvPr>
            <p:ph type="sldNum" idx="12"/>
          </p:nvPr>
        </p:nvSpPr>
        <p:spPr>
          <a:xfrm>
            <a:off x="8472458" y="4663217"/>
            <a:ext cx="548700" cy="3936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13"/>
        <p:cNvGrpSpPr/>
        <p:nvPr/>
      </p:nvGrpSpPr>
      <p:grpSpPr>
        <a:xfrm>
          <a:off x="0" y="0"/>
          <a:ext cx="0" cy="0"/>
          <a:chOff x="0" y="0"/>
          <a:chExt cx="0" cy="0"/>
        </a:xfrm>
      </p:grpSpPr>
      <p:sp>
        <p:nvSpPr>
          <p:cNvPr id="14" name="Shape 14"/>
          <p:cNvSpPr txBox="1">
            <a:spLocks noGrp="1"/>
          </p:cNvSpPr>
          <p:nvPr>
            <p:ph type="title"/>
          </p:nvPr>
        </p:nvSpPr>
        <p:spPr>
          <a:xfrm>
            <a:off x="311700" y="2150850"/>
            <a:ext cx="8520600" cy="841800"/>
          </a:xfrm>
          <a:prstGeom prst="rect">
            <a:avLst/>
          </a:prstGeom>
        </p:spPr>
        <p:txBody>
          <a:bodyPr wrap="square" lIns="91425" tIns="91425" rIns="91425" bIns="91425" anchor="ctr" anchorCtr="0"/>
          <a:lstStyle>
            <a:lvl1pPr lvl="0" algn="ctr">
              <a:spcBef>
                <a:spcPts val="0"/>
              </a:spcBef>
              <a:buSzPts val="3600"/>
              <a:buNone/>
              <a:defRPr sz="3600"/>
            </a:lvl1pPr>
            <a:lvl2pPr lvl="1" algn="ctr">
              <a:spcBef>
                <a:spcPts val="0"/>
              </a:spcBef>
              <a:buSzPts val="3600"/>
              <a:buNone/>
              <a:defRPr sz="3600"/>
            </a:lvl2pPr>
            <a:lvl3pPr lvl="2" algn="ctr">
              <a:spcBef>
                <a:spcPts val="0"/>
              </a:spcBef>
              <a:buSzPts val="3600"/>
              <a:buNone/>
              <a:defRPr sz="3600"/>
            </a:lvl3pPr>
            <a:lvl4pPr lvl="3" algn="ctr">
              <a:spcBef>
                <a:spcPts val="0"/>
              </a:spcBef>
              <a:buSzPts val="3600"/>
              <a:buNone/>
              <a:defRPr sz="3600"/>
            </a:lvl4pPr>
            <a:lvl5pPr lvl="4" algn="ctr">
              <a:spcBef>
                <a:spcPts val="0"/>
              </a:spcBef>
              <a:buSzPts val="3600"/>
              <a:buNone/>
              <a:defRPr sz="3600"/>
            </a:lvl5pPr>
            <a:lvl6pPr lvl="5" algn="ctr">
              <a:spcBef>
                <a:spcPts val="0"/>
              </a:spcBef>
              <a:buSzPts val="3600"/>
              <a:buNone/>
              <a:defRPr sz="3600"/>
            </a:lvl6pPr>
            <a:lvl7pPr lvl="6" algn="ctr">
              <a:spcBef>
                <a:spcPts val="0"/>
              </a:spcBef>
              <a:buSzPts val="3600"/>
              <a:buNone/>
              <a:defRPr sz="3600"/>
            </a:lvl7pPr>
            <a:lvl8pPr lvl="7" algn="ctr">
              <a:spcBef>
                <a:spcPts val="0"/>
              </a:spcBef>
              <a:buSzPts val="3600"/>
              <a:buNone/>
              <a:defRPr sz="3600"/>
            </a:lvl8pPr>
            <a:lvl9pPr lvl="8" algn="ctr">
              <a:spcBef>
                <a:spcPts val="0"/>
              </a:spcBef>
              <a:buSzPts val="3600"/>
              <a:buNone/>
              <a:defRPr sz="3600"/>
            </a:lvl9pPr>
          </a:lstStyle>
          <a:p/>
        </p:txBody>
      </p:sp>
      <p:sp>
        <p:nvSpPr>
          <p:cNvPr id="15" name="Shape 15"/>
          <p:cNvSpPr txBox="1">
            <a:spLocks noGrp="1"/>
          </p:cNvSpPr>
          <p:nvPr>
            <p:ph type="sldNum" idx="12"/>
          </p:nvPr>
        </p:nvSpPr>
        <p:spPr>
          <a:xfrm>
            <a:off x="8472458" y="4663217"/>
            <a:ext cx="548700" cy="3936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311700" y="445025"/>
            <a:ext cx="8520600" cy="572700"/>
          </a:xfrm>
          <a:prstGeom prst="rect">
            <a:avLst/>
          </a:prstGeom>
        </p:spPr>
        <p:txBody>
          <a:bodyPr wrap="square" lIns="91425" tIns="91425" rIns="91425" bIns="91425" anchor="t" anchorCtr="0"/>
          <a:lstStyle>
            <a:lvl1pPr lvl="0">
              <a:spcBef>
                <a:spcPts val="0"/>
              </a:spcBef>
              <a:buSzPts val="2800"/>
              <a:buNone/>
              <a:defRPr/>
            </a:lvl1pPr>
            <a:lvl2pPr lvl="1">
              <a:spcBef>
                <a:spcPts val="0"/>
              </a:spcBef>
              <a:buSzPts val="2800"/>
              <a:buNone/>
              <a:defRPr/>
            </a:lvl2pPr>
            <a:lvl3pPr lvl="2">
              <a:spcBef>
                <a:spcPts val="0"/>
              </a:spcBef>
              <a:buSzPts val="2800"/>
              <a:buNone/>
              <a:defRPr/>
            </a:lvl3pPr>
            <a:lvl4pPr lvl="3">
              <a:spcBef>
                <a:spcPts val="0"/>
              </a:spcBef>
              <a:buSzPts val="2800"/>
              <a:buNone/>
              <a:defRPr/>
            </a:lvl4pPr>
            <a:lvl5pPr lvl="4">
              <a:spcBef>
                <a:spcPts val="0"/>
              </a:spcBef>
              <a:buSzPts val="2800"/>
              <a:buNone/>
              <a:defRPr/>
            </a:lvl5pPr>
            <a:lvl6pPr lvl="5">
              <a:spcBef>
                <a:spcPts val="0"/>
              </a:spcBef>
              <a:buSzPts val="2800"/>
              <a:buNone/>
              <a:defRPr/>
            </a:lvl6pPr>
            <a:lvl7pPr lvl="6">
              <a:spcBef>
                <a:spcPts val="0"/>
              </a:spcBef>
              <a:buSzPts val="2800"/>
              <a:buNone/>
              <a:defRPr/>
            </a:lvl7pPr>
            <a:lvl8pPr lvl="7">
              <a:spcBef>
                <a:spcPts val="0"/>
              </a:spcBef>
              <a:buSzPts val="2800"/>
              <a:buNone/>
              <a:defRPr/>
            </a:lvl8pPr>
            <a:lvl9pPr lvl="8">
              <a:spcBef>
                <a:spcPts val="0"/>
              </a:spcBef>
              <a:buSzPts val="2800"/>
              <a:buNone/>
              <a:defRPr/>
            </a:lvl9pPr>
          </a:lstStyle>
          <a:p/>
        </p:txBody>
      </p:sp>
      <p:sp>
        <p:nvSpPr>
          <p:cNvPr id="18" name="Shape 18"/>
          <p:cNvSpPr txBox="1">
            <a:spLocks noGrp="1"/>
          </p:cNvSpPr>
          <p:nvPr>
            <p:ph type="body" idx="1"/>
          </p:nvPr>
        </p:nvSpPr>
        <p:spPr>
          <a:xfrm>
            <a:off x="311700" y="1152475"/>
            <a:ext cx="8520600" cy="3416400"/>
          </a:xfrm>
          <a:prstGeom prst="rect">
            <a:avLst/>
          </a:prstGeom>
        </p:spPr>
        <p:txBody>
          <a:bodyPr wrap="square" lIns="91425" tIns="91425" rIns="91425" bIns="91425" anchor="t" anchorCtr="0"/>
          <a:lstStyle>
            <a:lvl1pPr lvl="0">
              <a:spcBef>
                <a:spcPts val="0"/>
              </a:spcBef>
              <a:buSzPts val="1800"/>
              <a:buChar char="●"/>
              <a:defRPr/>
            </a:lvl1pPr>
            <a:lvl2pPr lvl="1">
              <a:spcBef>
                <a:spcPts val="0"/>
              </a:spcBef>
              <a:buSzPts val="1400"/>
              <a:buChar char="○"/>
              <a:defRPr/>
            </a:lvl2pPr>
            <a:lvl3pPr lvl="2">
              <a:spcBef>
                <a:spcPts val="0"/>
              </a:spcBef>
              <a:buSzPts val="1400"/>
              <a:buChar char="■"/>
              <a:defRPr/>
            </a:lvl3pPr>
            <a:lvl4pPr lvl="3">
              <a:spcBef>
                <a:spcPts val="0"/>
              </a:spcBef>
              <a:buSzPts val="1400"/>
              <a:buChar char="●"/>
              <a:defRPr/>
            </a:lvl4pPr>
            <a:lvl5pPr lvl="4">
              <a:spcBef>
                <a:spcPts val="0"/>
              </a:spcBef>
              <a:buSzPts val="1400"/>
              <a:buChar char="○"/>
              <a:defRPr/>
            </a:lvl5pPr>
            <a:lvl6pPr lvl="5">
              <a:spcBef>
                <a:spcPts val="0"/>
              </a:spcBef>
              <a:buSzPts val="1400"/>
              <a:buChar char="■"/>
              <a:defRPr/>
            </a:lvl6pPr>
            <a:lvl7pPr lvl="6">
              <a:spcBef>
                <a:spcPts val="0"/>
              </a:spcBef>
              <a:buSzPts val="1400"/>
              <a:buChar char="●"/>
              <a:defRPr/>
            </a:lvl7pPr>
            <a:lvl8pPr lvl="7">
              <a:spcBef>
                <a:spcPts val="0"/>
              </a:spcBef>
              <a:buSzPts val="1400"/>
              <a:buChar char="○"/>
              <a:defRPr/>
            </a:lvl8pPr>
            <a:lvl9pPr lvl="8">
              <a:spcBef>
                <a:spcPts val="0"/>
              </a:spcBef>
              <a:buSzPts val="1400"/>
              <a:buChar char="■"/>
              <a:defRPr/>
            </a:lvl9pPr>
          </a:lstStyle>
          <a:p/>
        </p:txBody>
      </p:sp>
      <p:sp>
        <p:nvSpPr>
          <p:cNvPr id="19" name="Shape 19"/>
          <p:cNvSpPr txBox="1">
            <a:spLocks noGrp="1"/>
          </p:cNvSpPr>
          <p:nvPr>
            <p:ph type="sldNum" idx="12"/>
          </p:nvPr>
        </p:nvSpPr>
        <p:spPr>
          <a:xfrm>
            <a:off x="8472458" y="4663217"/>
            <a:ext cx="548700" cy="3936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0"/>
        <p:cNvGrpSpPr/>
        <p:nvPr/>
      </p:nvGrpSpPr>
      <p:grpSpPr>
        <a:xfrm>
          <a:off x="0" y="0"/>
          <a:ext cx="0" cy="0"/>
          <a:chOff x="0" y="0"/>
          <a:chExt cx="0" cy="0"/>
        </a:xfrm>
      </p:grpSpPr>
      <p:sp>
        <p:nvSpPr>
          <p:cNvPr id="21" name="Shape 21"/>
          <p:cNvSpPr txBox="1">
            <a:spLocks noGrp="1"/>
          </p:cNvSpPr>
          <p:nvPr>
            <p:ph type="title"/>
          </p:nvPr>
        </p:nvSpPr>
        <p:spPr>
          <a:xfrm>
            <a:off x="311700" y="445025"/>
            <a:ext cx="8520600" cy="572700"/>
          </a:xfrm>
          <a:prstGeom prst="rect">
            <a:avLst/>
          </a:prstGeom>
        </p:spPr>
        <p:txBody>
          <a:bodyPr wrap="square" lIns="91425" tIns="91425" rIns="91425" bIns="91425" anchor="t" anchorCtr="0"/>
          <a:lstStyle>
            <a:lvl1pPr lvl="0">
              <a:spcBef>
                <a:spcPts val="0"/>
              </a:spcBef>
              <a:buSzPts val="2800"/>
              <a:buNone/>
              <a:defRPr/>
            </a:lvl1pPr>
            <a:lvl2pPr lvl="1">
              <a:spcBef>
                <a:spcPts val="0"/>
              </a:spcBef>
              <a:buSzPts val="2800"/>
              <a:buNone/>
              <a:defRPr/>
            </a:lvl2pPr>
            <a:lvl3pPr lvl="2">
              <a:spcBef>
                <a:spcPts val="0"/>
              </a:spcBef>
              <a:buSzPts val="2800"/>
              <a:buNone/>
              <a:defRPr/>
            </a:lvl3pPr>
            <a:lvl4pPr lvl="3">
              <a:spcBef>
                <a:spcPts val="0"/>
              </a:spcBef>
              <a:buSzPts val="2800"/>
              <a:buNone/>
              <a:defRPr/>
            </a:lvl4pPr>
            <a:lvl5pPr lvl="4">
              <a:spcBef>
                <a:spcPts val="0"/>
              </a:spcBef>
              <a:buSzPts val="2800"/>
              <a:buNone/>
              <a:defRPr/>
            </a:lvl5pPr>
            <a:lvl6pPr lvl="5">
              <a:spcBef>
                <a:spcPts val="0"/>
              </a:spcBef>
              <a:buSzPts val="2800"/>
              <a:buNone/>
              <a:defRPr/>
            </a:lvl6pPr>
            <a:lvl7pPr lvl="6">
              <a:spcBef>
                <a:spcPts val="0"/>
              </a:spcBef>
              <a:buSzPts val="2800"/>
              <a:buNone/>
              <a:defRPr/>
            </a:lvl7pPr>
            <a:lvl8pPr lvl="7">
              <a:spcBef>
                <a:spcPts val="0"/>
              </a:spcBef>
              <a:buSzPts val="2800"/>
              <a:buNone/>
              <a:defRPr/>
            </a:lvl8pPr>
            <a:lvl9pPr lvl="8">
              <a:spcBef>
                <a:spcPts val="0"/>
              </a:spcBef>
              <a:buSzPts val="2800"/>
              <a:buNone/>
              <a:defRPr/>
            </a:lvl9pPr>
          </a:lstStyle>
          <a:p/>
        </p:txBody>
      </p:sp>
      <p:sp>
        <p:nvSpPr>
          <p:cNvPr id="22" name="Shape 22"/>
          <p:cNvSpPr txBox="1">
            <a:spLocks noGrp="1"/>
          </p:cNvSpPr>
          <p:nvPr>
            <p:ph type="body" idx="1"/>
          </p:nvPr>
        </p:nvSpPr>
        <p:spPr>
          <a:xfrm>
            <a:off x="311700" y="1152475"/>
            <a:ext cx="3999900" cy="3416400"/>
          </a:xfrm>
          <a:prstGeom prst="rect">
            <a:avLst/>
          </a:prstGeom>
        </p:spPr>
        <p:txBody>
          <a:bodyPr wrap="square" lIns="91425" tIns="91425" rIns="91425" bIns="91425" anchor="t" anchorCtr="0"/>
          <a:lstStyle>
            <a:lvl1pPr lvl="0">
              <a:spcBef>
                <a:spcPts val="0"/>
              </a:spcBef>
              <a:buSzPts val="1400"/>
              <a:buChar char="●"/>
              <a:defRPr sz="1400"/>
            </a:lvl1pPr>
            <a:lvl2pPr lvl="1">
              <a:spcBef>
                <a:spcPts val="0"/>
              </a:spcBef>
              <a:buSzPts val="1200"/>
              <a:buChar char="○"/>
              <a:defRPr sz="1200"/>
            </a:lvl2pPr>
            <a:lvl3pPr lvl="2">
              <a:spcBef>
                <a:spcPts val="0"/>
              </a:spcBef>
              <a:buSzPts val="1200"/>
              <a:buChar char="■"/>
              <a:defRPr sz="1200"/>
            </a:lvl3pPr>
            <a:lvl4pPr lvl="3">
              <a:spcBef>
                <a:spcPts val="0"/>
              </a:spcBef>
              <a:buSzPts val="1200"/>
              <a:buChar char="●"/>
              <a:defRPr sz="1200"/>
            </a:lvl4pPr>
            <a:lvl5pPr lvl="4">
              <a:spcBef>
                <a:spcPts val="0"/>
              </a:spcBef>
              <a:buSzPts val="1200"/>
              <a:buChar char="○"/>
              <a:defRPr sz="1200"/>
            </a:lvl5pPr>
            <a:lvl6pPr lvl="5">
              <a:spcBef>
                <a:spcPts val="0"/>
              </a:spcBef>
              <a:buSzPts val="1200"/>
              <a:buChar char="■"/>
              <a:defRPr sz="1200"/>
            </a:lvl6pPr>
            <a:lvl7pPr lvl="6">
              <a:spcBef>
                <a:spcPts val="0"/>
              </a:spcBef>
              <a:buSzPts val="1200"/>
              <a:buChar char="●"/>
              <a:defRPr sz="1200"/>
            </a:lvl7pPr>
            <a:lvl8pPr lvl="7">
              <a:spcBef>
                <a:spcPts val="0"/>
              </a:spcBef>
              <a:buSzPts val="1200"/>
              <a:buChar char="○"/>
              <a:defRPr sz="1200"/>
            </a:lvl8pPr>
            <a:lvl9pPr lvl="8">
              <a:spcBef>
                <a:spcPts val="0"/>
              </a:spcBef>
              <a:buSzPts val="1200"/>
              <a:buChar char="■"/>
              <a:defRPr sz="1200"/>
            </a:lvl9pPr>
          </a:lstStyle>
          <a:p/>
        </p:txBody>
      </p:sp>
      <p:sp>
        <p:nvSpPr>
          <p:cNvPr id="23" name="Shape 23"/>
          <p:cNvSpPr txBox="1">
            <a:spLocks noGrp="1"/>
          </p:cNvSpPr>
          <p:nvPr>
            <p:ph type="body" idx="2"/>
          </p:nvPr>
        </p:nvSpPr>
        <p:spPr>
          <a:xfrm>
            <a:off x="4832400" y="1152475"/>
            <a:ext cx="3999900" cy="3416400"/>
          </a:xfrm>
          <a:prstGeom prst="rect">
            <a:avLst/>
          </a:prstGeom>
        </p:spPr>
        <p:txBody>
          <a:bodyPr wrap="square" lIns="91425" tIns="91425" rIns="91425" bIns="91425" anchor="t" anchorCtr="0"/>
          <a:lstStyle>
            <a:lvl1pPr lvl="0">
              <a:spcBef>
                <a:spcPts val="0"/>
              </a:spcBef>
              <a:buSzPts val="1400"/>
              <a:buChar char="●"/>
              <a:defRPr sz="1400"/>
            </a:lvl1pPr>
            <a:lvl2pPr lvl="1">
              <a:spcBef>
                <a:spcPts val="0"/>
              </a:spcBef>
              <a:buSzPts val="1200"/>
              <a:buChar char="○"/>
              <a:defRPr sz="1200"/>
            </a:lvl2pPr>
            <a:lvl3pPr lvl="2">
              <a:spcBef>
                <a:spcPts val="0"/>
              </a:spcBef>
              <a:buSzPts val="1200"/>
              <a:buChar char="■"/>
              <a:defRPr sz="1200"/>
            </a:lvl3pPr>
            <a:lvl4pPr lvl="3">
              <a:spcBef>
                <a:spcPts val="0"/>
              </a:spcBef>
              <a:buSzPts val="1200"/>
              <a:buChar char="●"/>
              <a:defRPr sz="1200"/>
            </a:lvl4pPr>
            <a:lvl5pPr lvl="4">
              <a:spcBef>
                <a:spcPts val="0"/>
              </a:spcBef>
              <a:buSzPts val="1200"/>
              <a:buChar char="○"/>
              <a:defRPr sz="1200"/>
            </a:lvl5pPr>
            <a:lvl6pPr lvl="5">
              <a:spcBef>
                <a:spcPts val="0"/>
              </a:spcBef>
              <a:buSzPts val="1200"/>
              <a:buChar char="■"/>
              <a:defRPr sz="1200"/>
            </a:lvl6pPr>
            <a:lvl7pPr lvl="6">
              <a:spcBef>
                <a:spcPts val="0"/>
              </a:spcBef>
              <a:buSzPts val="1200"/>
              <a:buChar char="●"/>
              <a:defRPr sz="1200"/>
            </a:lvl7pPr>
            <a:lvl8pPr lvl="7">
              <a:spcBef>
                <a:spcPts val="0"/>
              </a:spcBef>
              <a:buSzPts val="1200"/>
              <a:buChar char="○"/>
              <a:defRPr sz="1200"/>
            </a:lvl8pPr>
            <a:lvl9pPr lvl="8">
              <a:spcBef>
                <a:spcPts val="0"/>
              </a:spcBef>
              <a:buSzPts val="1200"/>
              <a:buChar char="■"/>
              <a:defRPr sz="1200"/>
            </a:lvl9pPr>
          </a:lstStyle>
          <a:p/>
        </p:txBody>
      </p:sp>
      <p:sp>
        <p:nvSpPr>
          <p:cNvPr id="24" name="Shape 24"/>
          <p:cNvSpPr txBox="1">
            <a:spLocks noGrp="1"/>
          </p:cNvSpPr>
          <p:nvPr>
            <p:ph type="sldNum" idx="12"/>
          </p:nvPr>
        </p:nvSpPr>
        <p:spPr>
          <a:xfrm>
            <a:off x="8472458" y="4663217"/>
            <a:ext cx="548700" cy="3936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25"/>
        <p:cNvGrpSpPr/>
        <p:nvPr/>
      </p:nvGrpSpPr>
      <p:grpSpPr>
        <a:xfrm>
          <a:off x="0" y="0"/>
          <a:ext cx="0" cy="0"/>
          <a:chOff x="0" y="0"/>
          <a:chExt cx="0" cy="0"/>
        </a:xfrm>
      </p:grpSpPr>
      <p:sp>
        <p:nvSpPr>
          <p:cNvPr id="26" name="Shape 26"/>
          <p:cNvSpPr txBox="1">
            <a:spLocks noGrp="1"/>
          </p:cNvSpPr>
          <p:nvPr>
            <p:ph type="title"/>
          </p:nvPr>
        </p:nvSpPr>
        <p:spPr>
          <a:xfrm>
            <a:off x="311700" y="445025"/>
            <a:ext cx="8520600" cy="572700"/>
          </a:xfrm>
          <a:prstGeom prst="rect">
            <a:avLst/>
          </a:prstGeom>
        </p:spPr>
        <p:txBody>
          <a:bodyPr wrap="square" lIns="91425" tIns="91425" rIns="91425" bIns="91425" anchor="t" anchorCtr="0"/>
          <a:lstStyle>
            <a:lvl1pPr lvl="0">
              <a:spcBef>
                <a:spcPts val="0"/>
              </a:spcBef>
              <a:buSzPts val="2800"/>
              <a:buNone/>
              <a:defRPr/>
            </a:lvl1pPr>
            <a:lvl2pPr lvl="1">
              <a:spcBef>
                <a:spcPts val="0"/>
              </a:spcBef>
              <a:buSzPts val="2800"/>
              <a:buNone/>
              <a:defRPr/>
            </a:lvl2pPr>
            <a:lvl3pPr lvl="2">
              <a:spcBef>
                <a:spcPts val="0"/>
              </a:spcBef>
              <a:buSzPts val="2800"/>
              <a:buNone/>
              <a:defRPr/>
            </a:lvl3pPr>
            <a:lvl4pPr lvl="3">
              <a:spcBef>
                <a:spcPts val="0"/>
              </a:spcBef>
              <a:buSzPts val="2800"/>
              <a:buNone/>
              <a:defRPr/>
            </a:lvl4pPr>
            <a:lvl5pPr lvl="4">
              <a:spcBef>
                <a:spcPts val="0"/>
              </a:spcBef>
              <a:buSzPts val="2800"/>
              <a:buNone/>
              <a:defRPr/>
            </a:lvl5pPr>
            <a:lvl6pPr lvl="5">
              <a:spcBef>
                <a:spcPts val="0"/>
              </a:spcBef>
              <a:buSzPts val="2800"/>
              <a:buNone/>
              <a:defRPr/>
            </a:lvl6pPr>
            <a:lvl7pPr lvl="6">
              <a:spcBef>
                <a:spcPts val="0"/>
              </a:spcBef>
              <a:buSzPts val="2800"/>
              <a:buNone/>
              <a:defRPr/>
            </a:lvl7pPr>
            <a:lvl8pPr lvl="7">
              <a:spcBef>
                <a:spcPts val="0"/>
              </a:spcBef>
              <a:buSzPts val="2800"/>
              <a:buNone/>
              <a:defRPr/>
            </a:lvl8pPr>
            <a:lvl9pPr lvl="8">
              <a:spcBef>
                <a:spcPts val="0"/>
              </a:spcBef>
              <a:buSzPts val="2800"/>
              <a:buNone/>
              <a:defRPr/>
            </a:lvl9pPr>
          </a:lstStyle>
          <a:p/>
        </p:txBody>
      </p:sp>
      <p:sp>
        <p:nvSpPr>
          <p:cNvPr id="27" name="Shape 27"/>
          <p:cNvSpPr txBox="1">
            <a:spLocks noGrp="1"/>
          </p:cNvSpPr>
          <p:nvPr>
            <p:ph type="sldNum" idx="12"/>
          </p:nvPr>
        </p:nvSpPr>
        <p:spPr>
          <a:xfrm>
            <a:off x="8472458" y="4663217"/>
            <a:ext cx="548700" cy="3936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28"/>
        <p:cNvGrpSpPr/>
        <p:nvPr/>
      </p:nvGrpSpPr>
      <p:grpSpPr>
        <a:xfrm>
          <a:off x="0" y="0"/>
          <a:ext cx="0" cy="0"/>
          <a:chOff x="0" y="0"/>
          <a:chExt cx="0" cy="0"/>
        </a:xfrm>
      </p:grpSpPr>
      <p:sp>
        <p:nvSpPr>
          <p:cNvPr id="29" name="Shape 29"/>
          <p:cNvSpPr txBox="1">
            <a:spLocks noGrp="1"/>
          </p:cNvSpPr>
          <p:nvPr>
            <p:ph type="title"/>
          </p:nvPr>
        </p:nvSpPr>
        <p:spPr>
          <a:xfrm>
            <a:off x="311700" y="555600"/>
            <a:ext cx="2808000" cy="755700"/>
          </a:xfrm>
          <a:prstGeom prst="rect">
            <a:avLst/>
          </a:prstGeom>
        </p:spPr>
        <p:txBody>
          <a:bodyPr wrap="square" lIns="91425" tIns="91425" rIns="91425" bIns="91425" anchor="b" anchorCtr="0"/>
          <a:lstStyle>
            <a:lvl1pPr lvl="0">
              <a:spcBef>
                <a:spcPts val="0"/>
              </a:spcBef>
              <a:buSzPts val="2400"/>
              <a:buNone/>
              <a:defRPr sz="2400"/>
            </a:lvl1pPr>
            <a:lvl2pPr lvl="1">
              <a:spcBef>
                <a:spcPts val="0"/>
              </a:spcBef>
              <a:buSzPts val="2400"/>
              <a:buNone/>
              <a:defRPr sz="2400"/>
            </a:lvl2pPr>
            <a:lvl3pPr lvl="2">
              <a:spcBef>
                <a:spcPts val="0"/>
              </a:spcBef>
              <a:buSzPts val="2400"/>
              <a:buNone/>
              <a:defRPr sz="2400"/>
            </a:lvl3pPr>
            <a:lvl4pPr lvl="3">
              <a:spcBef>
                <a:spcPts val="0"/>
              </a:spcBef>
              <a:buSzPts val="2400"/>
              <a:buNone/>
              <a:defRPr sz="2400"/>
            </a:lvl4pPr>
            <a:lvl5pPr lvl="4">
              <a:spcBef>
                <a:spcPts val="0"/>
              </a:spcBef>
              <a:buSzPts val="2400"/>
              <a:buNone/>
              <a:defRPr sz="2400"/>
            </a:lvl5pPr>
            <a:lvl6pPr lvl="5">
              <a:spcBef>
                <a:spcPts val="0"/>
              </a:spcBef>
              <a:buSzPts val="2400"/>
              <a:buNone/>
              <a:defRPr sz="2400"/>
            </a:lvl6pPr>
            <a:lvl7pPr lvl="6">
              <a:spcBef>
                <a:spcPts val="0"/>
              </a:spcBef>
              <a:buSzPts val="2400"/>
              <a:buNone/>
              <a:defRPr sz="2400"/>
            </a:lvl7pPr>
            <a:lvl8pPr lvl="7">
              <a:spcBef>
                <a:spcPts val="0"/>
              </a:spcBef>
              <a:buSzPts val="2400"/>
              <a:buNone/>
              <a:defRPr sz="2400"/>
            </a:lvl8pPr>
            <a:lvl9pPr lvl="8">
              <a:spcBef>
                <a:spcPts val="0"/>
              </a:spcBef>
              <a:buSzPts val="2400"/>
              <a:buNone/>
              <a:defRPr sz="2400"/>
            </a:lvl9pPr>
          </a:lstStyle>
          <a:p/>
        </p:txBody>
      </p:sp>
      <p:sp>
        <p:nvSpPr>
          <p:cNvPr id="30" name="Shape 30"/>
          <p:cNvSpPr txBox="1">
            <a:spLocks noGrp="1"/>
          </p:cNvSpPr>
          <p:nvPr>
            <p:ph type="body" idx="1"/>
          </p:nvPr>
        </p:nvSpPr>
        <p:spPr>
          <a:xfrm>
            <a:off x="311700" y="1389600"/>
            <a:ext cx="2808000" cy="3179400"/>
          </a:xfrm>
          <a:prstGeom prst="rect">
            <a:avLst/>
          </a:prstGeom>
        </p:spPr>
        <p:txBody>
          <a:bodyPr wrap="square" lIns="91425" tIns="91425" rIns="91425" bIns="91425" anchor="t" anchorCtr="0"/>
          <a:lstStyle>
            <a:lvl1pPr lvl="0">
              <a:spcBef>
                <a:spcPts val="0"/>
              </a:spcBef>
              <a:buSzPts val="1200"/>
              <a:buChar char="●"/>
              <a:defRPr sz="1200"/>
            </a:lvl1pPr>
            <a:lvl2pPr lvl="1">
              <a:spcBef>
                <a:spcPts val="0"/>
              </a:spcBef>
              <a:buSzPts val="1200"/>
              <a:buChar char="○"/>
              <a:defRPr sz="1200"/>
            </a:lvl2pPr>
            <a:lvl3pPr lvl="2">
              <a:spcBef>
                <a:spcPts val="0"/>
              </a:spcBef>
              <a:buSzPts val="1200"/>
              <a:buChar char="■"/>
              <a:defRPr sz="1200"/>
            </a:lvl3pPr>
            <a:lvl4pPr lvl="3">
              <a:spcBef>
                <a:spcPts val="0"/>
              </a:spcBef>
              <a:buSzPts val="1200"/>
              <a:buChar char="●"/>
              <a:defRPr sz="1200"/>
            </a:lvl4pPr>
            <a:lvl5pPr lvl="4">
              <a:spcBef>
                <a:spcPts val="0"/>
              </a:spcBef>
              <a:buSzPts val="1200"/>
              <a:buChar char="○"/>
              <a:defRPr sz="1200"/>
            </a:lvl5pPr>
            <a:lvl6pPr lvl="5">
              <a:spcBef>
                <a:spcPts val="0"/>
              </a:spcBef>
              <a:buSzPts val="1200"/>
              <a:buChar char="■"/>
              <a:defRPr sz="1200"/>
            </a:lvl6pPr>
            <a:lvl7pPr lvl="6">
              <a:spcBef>
                <a:spcPts val="0"/>
              </a:spcBef>
              <a:buSzPts val="1200"/>
              <a:buChar char="●"/>
              <a:defRPr sz="1200"/>
            </a:lvl7pPr>
            <a:lvl8pPr lvl="7">
              <a:spcBef>
                <a:spcPts val="0"/>
              </a:spcBef>
              <a:buSzPts val="1200"/>
              <a:buChar char="○"/>
              <a:defRPr sz="1200"/>
            </a:lvl8pPr>
            <a:lvl9pPr lvl="8">
              <a:spcBef>
                <a:spcPts val="0"/>
              </a:spcBef>
              <a:buSzPts val="1200"/>
              <a:buChar char="■"/>
              <a:defRPr sz="1200"/>
            </a:lvl9pPr>
          </a:lstStyle>
          <a:p/>
        </p:txBody>
      </p:sp>
      <p:sp>
        <p:nvSpPr>
          <p:cNvPr id="31" name="Shape 31"/>
          <p:cNvSpPr txBox="1">
            <a:spLocks noGrp="1"/>
          </p:cNvSpPr>
          <p:nvPr>
            <p:ph type="sldNum" idx="12"/>
          </p:nvPr>
        </p:nvSpPr>
        <p:spPr>
          <a:xfrm>
            <a:off x="8472458" y="4663217"/>
            <a:ext cx="548700" cy="3936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Main point">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490250" y="450150"/>
            <a:ext cx="6367800" cy="4090800"/>
          </a:xfrm>
          <a:prstGeom prst="rect">
            <a:avLst/>
          </a:prstGeom>
        </p:spPr>
        <p:txBody>
          <a:bodyPr wrap="square" lIns="91425" tIns="91425" rIns="91425" bIns="91425" anchor="ctr" anchorCtr="0"/>
          <a:lstStyle>
            <a:lvl1pPr lvl="0">
              <a:spcBef>
                <a:spcPts val="0"/>
              </a:spcBef>
              <a:buSzPts val="4800"/>
              <a:buNone/>
              <a:defRPr sz="4800"/>
            </a:lvl1pPr>
            <a:lvl2pPr lvl="1">
              <a:spcBef>
                <a:spcPts val="0"/>
              </a:spcBef>
              <a:buSzPts val="4800"/>
              <a:buNone/>
              <a:defRPr sz="4800"/>
            </a:lvl2pPr>
            <a:lvl3pPr lvl="2">
              <a:spcBef>
                <a:spcPts val="0"/>
              </a:spcBef>
              <a:buSzPts val="4800"/>
              <a:buNone/>
              <a:defRPr sz="4800"/>
            </a:lvl3pPr>
            <a:lvl4pPr lvl="3">
              <a:spcBef>
                <a:spcPts val="0"/>
              </a:spcBef>
              <a:buSzPts val="4800"/>
              <a:buNone/>
              <a:defRPr sz="4800"/>
            </a:lvl4pPr>
            <a:lvl5pPr lvl="4">
              <a:spcBef>
                <a:spcPts val="0"/>
              </a:spcBef>
              <a:buSzPts val="4800"/>
              <a:buNone/>
              <a:defRPr sz="4800"/>
            </a:lvl5pPr>
            <a:lvl6pPr lvl="5">
              <a:spcBef>
                <a:spcPts val="0"/>
              </a:spcBef>
              <a:buSzPts val="4800"/>
              <a:buNone/>
              <a:defRPr sz="4800"/>
            </a:lvl6pPr>
            <a:lvl7pPr lvl="6">
              <a:spcBef>
                <a:spcPts val="0"/>
              </a:spcBef>
              <a:buSzPts val="4800"/>
              <a:buNone/>
              <a:defRPr sz="4800"/>
            </a:lvl7pPr>
            <a:lvl8pPr lvl="7">
              <a:spcBef>
                <a:spcPts val="0"/>
              </a:spcBef>
              <a:buSzPts val="4800"/>
              <a:buNone/>
              <a:defRPr sz="4800"/>
            </a:lvl8pPr>
            <a:lvl9pPr lvl="8">
              <a:spcBef>
                <a:spcPts val="0"/>
              </a:spcBef>
              <a:buSzPts val="4800"/>
              <a:buNone/>
              <a:defRPr sz="4800"/>
            </a:lvl9pPr>
          </a:lstStyle>
          <a:p/>
        </p:txBody>
      </p:sp>
      <p:sp>
        <p:nvSpPr>
          <p:cNvPr id="34" name="Shape 34"/>
          <p:cNvSpPr txBox="1">
            <a:spLocks noGrp="1"/>
          </p:cNvSpPr>
          <p:nvPr>
            <p:ph type="sldNum" idx="12"/>
          </p:nvPr>
        </p:nvSpPr>
        <p:spPr>
          <a:xfrm>
            <a:off x="8472458" y="4663217"/>
            <a:ext cx="548700" cy="3936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Section title and description">
    <p:spTree>
      <p:nvGrpSpPr>
        <p:cNvPr id="1" name="Shape 35"/>
        <p:cNvGrpSpPr/>
        <p:nvPr/>
      </p:nvGrpSpPr>
      <p:grpSpPr>
        <a:xfrm>
          <a:off x="0" y="0"/>
          <a:ext cx="0" cy="0"/>
          <a:chOff x="0" y="0"/>
          <a:chExt cx="0" cy="0"/>
        </a:xfrm>
      </p:grpSpPr>
      <p:sp>
        <p:nvSpPr>
          <p:cNvPr id="36" name="Shape 36"/>
          <p:cNvSpPr/>
          <p:nvPr/>
        </p:nvSpPr>
        <p:spPr>
          <a:xfrm>
            <a:off x="4572000" y="-125"/>
            <a:ext cx="4572000" cy="5143500"/>
          </a:xfrm>
          <a:prstGeom prst="rect">
            <a:avLst/>
          </a:prstGeom>
          <a:solidFill>
            <a:schemeClr val="lt2"/>
          </a:solidFill>
          <a:ln>
            <a:noFill/>
          </a:ln>
        </p:spPr>
        <p:txBody>
          <a:bodyPr wrap="square" lIns="91425" tIns="91425" rIns="91425" bIns="91425" anchor="ctr" anchorCtr="0">
            <a:noAutofit/>
          </a:bodyPr>
          <a:lstStyle/>
          <a:p>
            <a:pPr marL="0" lvl="0" indent="0">
              <a:spcBef>
                <a:spcPts val="0"/>
              </a:spcBef>
              <a:buNone/>
            </a:pPr>
          </a:p>
        </p:txBody>
      </p:sp>
      <p:sp>
        <p:nvSpPr>
          <p:cNvPr id="37" name="Shape 37"/>
          <p:cNvSpPr txBox="1">
            <a:spLocks noGrp="1"/>
          </p:cNvSpPr>
          <p:nvPr>
            <p:ph type="title"/>
          </p:nvPr>
        </p:nvSpPr>
        <p:spPr>
          <a:xfrm>
            <a:off x="265500" y="1233175"/>
            <a:ext cx="4045200" cy="1482300"/>
          </a:xfrm>
          <a:prstGeom prst="rect">
            <a:avLst/>
          </a:prstGeom>
        </p:spPr>
        <p:txBody>
          <a:bodyPr wrap="square" lIns="91425" tIns="91425" rIns="91425" bIns="91425" anchor="b" anchorCtr="0"/>
          <a:lstStyle>
            <a:lvl1pPr lvl="0" algn="ctr">
              <a:spcBef>
                <a:spcPts val="0"/>
              </a:spcBef>
              <a:buSzPts val="4200"/>
              <a:buNone/>
              <a:defRPr sz="4200"/>
            </a:lvl1pPr>
            <a:lvl2pPr lvl="1" algn="ctr">
              <a:spcBef>
                <a:spcPts val="0"/>
              </a:spcBef>
              <a:buSzPts val="4200"/>
              <a:buNone/>
              <a:defRPr sz="4200"/>
            </a:lvl2pPr>
            <a:lvl3pPr lvl="2" algn="ctr">
              <a:spcBef>
                <a:spcPts val="0"/>
              </a:spcBef>
              <a:buSzPts val="4200"/>
              <a:buNone/>
              <a:defRPr sz="4200"/>
            </a:lvl3pPr>
            <a:lvl4pPr lvl="3" algn="ctr">
              <a:spcBef>
                <a:spcPts val="0"/>
              </a:spcBef>
              <a:buSzPts val="4200"/>
              <a:buNone/>
              <a:defRPr sz="4200"/>
            </a:lvl4pPr>
            <a:lvl5pPr lvl="4" algn="ctr">
              <a:spcBef>
                <a:spcPts val="0"/>
              </a:spcBef>
              <a:buSzPts val="4200"/>
              <a:buNone/>
              <a:defRPr sz="4200"/>
            </a:lvl5pPr>
            <a:lvl6pPr lvl="5" algn="ctr">
              <a:spcBef>
                <a:spcPts val="0"/>
              </a:spcBef>
              <a:buSzPts val="4200"/>
              <a:buNone/>
              <a:defRPr sz="4200"/>
            </a:lvl6pPr>
            <a:lvl7pPr lvl="6" algn="ctr">
              <a:spcBef>
                <a:spcPts val="0"/>
              </a:spcBef>
              <a:buSzPts val="4200"/>
              <a:buNone/>
              <a:defRPr sz="4200"/>
            </a:lvl7pPr>
            <a:lvl8pPr lvl="7" algn="ctr">
              <a:spcBef>
                <a:spcPts val="0"/>
              </a:spcBef>
              <a:buSzPts val="4200"/>
              <a:buNone/>
              <a:defRPr sz="4200"/>
            </a:lvl8pPr>
            <a:lvl9pPr lvl="8" algn="ctr">
              <a:spcBef>
                <a:spcPts val="0"/>
              </a:spcBef>
              <a:buSzPts val="4200"/>
              <a:buNone/>
              <a:defRPr sz="4200"/>
            </a:lvl9pPr>
          </a:lstStyle>
          <a:p/>
        </p:txBody>
      </p:sp>
      <p:sp>
        <p:nvSpPr>
          <p:cNvPr id="38" name="Shape 38"/>
          <p:cNvSpPr txBox="1">
            <a:spLocks noGrp="1"/>
          </p:cNvSpPr>
          <p:nvPr>
            <p:ph type="subTitle" idx="1"/>
          </p:nvPr>
        </p:nvSpPr>
        <p:spPr>
          <a:xfrm>
            <a:off x="265500" y="2803075"/>
            <a:ext cx="4045200" cy="1235100"/>
          </a:xfrm>
          <a:prstGeom prst="rect">
            <a:avLst/>
          </a:prstGeom>
        </p:spPr>
        <p:txBody>
          <a:bodyPr wrap="square" lIns="91425" tIns="91425" rIns="91425" bIns="91425" anchor="t" anchorCtr="0"/>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Shape 39"/>
          <p:cNvSpPr txBox="1">
            <a:spLocks noGrp="1"/>
          </p:cNvSpPr>
          <p:nvPr>
            <p:ph type="body" idx="2"/>
          </p:nvPr>
        </p:nvSpPr>
        <p:spPr>
          <a:xfrm>
            <a:off x="4939500" y="724075"/>
            <a:ext cx="3837000" cy="3695100"/>
          </a:xfrm>
          <a:prstGeom prst="rect">
            <a:avLst/>
          </a:prstGeom>
        </p:spPr>
        <p:txBody>
          <a:bodyPr wrap="square" lIns="91425" tIns="91425" rIns="91425" bIns="91425" anchor="ctr" anchorCtr="0"/>
          <a:lstStyle>
            <a:lvl1pPr lvl="0">
              <a:spcBef>
                <a:spcPts val="0"/>
              </a:spcBef>
              <a:buSzPts val="1800"/>
              <a:buChar char="●"/>
              <a:defRPr/>
            </a:lvl1pPr>
            <a:lvl2pPr lvl="1">
              <a:spcBef>
                <a:spcPts val="0"/>
              </a:spcBef>
              <a:buSzPts val="1400"/>
              <a:buChar char="○"/>
              <a:defRPr/>
            </a:lvl2pPr>
            <a:lvl3pPr lvl="2">
              <a:spcBef>
                <a:spcPts val="0"/>
              </a:spcBef>
              <a:buSzPts val="1400"/>
              <a:buChar char="■"/>
              <a:defRPr/>
            </a:lvl3pPr>
            <a:lvl4pPr lvl="3">
              <a:spcBef>
                <a:spcPts val="0"/>
              </a:spcBef>
              <a:buSzPts val="1400"/>
              <a:buChar char="●"/>
              <a:defRPr/>
            </a:lvl4pPr>
            <a:lvl5pPr lvl="4">
              <a:spcBef>
                <a:spcPts val="0"/>
              </a:spcBef>
              <a:buSzPts val="1400"/>
              <a:buChar char="○"/>
              <a:defRPr/>
            </a:lvl5pPr>
            <a:lvl6pPr lvl="5">
              <a:spcBef>
                <a:spcPts val="0"/>
              </a:spcBef>
              <a:buSzPts val="1400"/>
              <a:buChar char="■"/>
              <a:defRPr/>
            </a:lvl6pPr>
            <a:lvl7pPr lvl="6">
              <a:spcBef>
                <a:spcPts val="0"/>
              </a:spcBef>
              <a:buSzPts val="1400"/>
              <a:buChar char="●"/>
              <a:defRPr/>
            </a:lvl7pPr>
            <a:lvl8pPr lvl="7">
              <a:spcBef>
                <a:spcPts val="0"/>
              </a:spcBef>
              <a:buSzPts val="1400"/>
              <a:buChar char="○"/>
              <a:defRPr/>
            </a:lvl8pPr>
            <a:lvl9pPr lvl="8">
              <a:spcBef>
                <a:spcPts val="0"/>
              </a:spcBef>
              <a:buSzPts val="1400"/>
              <a:buChar char="■"/>
              <a:defRPr/>
            </a:lvl9pPr>
          </a:lstStyle>
          <a:p/>
        </p:txBody>
      </p:sp>
      <p:sp>
        <p:nvSpPr>
          <p:cNvPr id="40" name="Shape 40"/>
          <p:cNvSpPr txBox="1">
            <a:spLocks noGrp="1"/>
          </p:cNvSpPr>
          <p:nvPr>
            <p:ph type="sldNum" idx="12"/>
          </p:nvPr>
        </p:nvSpPr>
        <p:spPr>
          <a:xfrm>
            <a:off x="8472458" y="4663217"/>
            <a:ext cx="548700" cy="3936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Caption">
    <p:spTree>
      <p:nvGrpSpPr>
        <p:cNvPr id="1" name="Shape 41"/>
        <p:cNvGrpSpPr/>
        <p:nvPr/>
      </p:nvGrpSpPr>
      <p:grpSpPr>
        <a:xfrm>
          <a:off x="0" y="0"/>
          <a:ext cx="0" cy="0"/>
          <a:chOff x="0" y="0"/>
          <a:chExt cx="0" cy="0"/>
        </a:xfrm>
      </p:grpSpPr>
      <p:sp>
        <p:nvSpPr>
          <p:cNvPr id="42" name="Shape 42"/>
          <p:cNvSpPr txBox="1">
            <a:spLocks noGrp="1"/>
          </p:cNvSpPr>
          <p:nvPr>
            <p:ph type="body" idx="1"/>
          </p:nvPr>
        </p:nvSpPr>
        <p:spPr>
          <a:xfrm>
            <a:off x="311700" y="4230575"/>
            <a:ext cx="5998800" cy="605100"/>
          </a:xfrm>
          <a:prstGeom prst="rect">
            <a:avLst/>
          </a:prstGeom>
        </p:spPr>
        <p:txBody>
          <a:bodyPr wrap="square" lIns="91425" tIns="91425" rIns="91425" bIns="91425" anchor="ctr" anchorCtr="0"/>
          <a:lstStyle>
            <a:lvl1pPr lvl="0">
              <a:lnSpc>
                <a:spcPct val="100000"/>
              </a:lnSpc>
              <a:spcBef>
                <a:spcPts val="0"/>
              </a:spcBef>
              <a:spcAft>
                <a:spcPts val="0"/>
              </a:spcAft>
              <a:buSzPts val="1800"/>
              <a:buNone/>
              <a:defRPr/>
            </a:lvl1pPr>
          </a:lstStyle>
          <a:p/>
        </p:txBody>
      </p:sp>
      <p:sp>
        <p:nvSpPr>
          <p:cNvPr id="43" name="Shape 43"/>
          <p:cNvSpPr txBox="1">
            <a:spLocks noGrp="1"/>
          </p:cNvSpPr>
          <p:nvPr>
            <p:ph type="sldNum" idx="12"/>
          </p:nvPr>
        </p:nvSpPr>
        <p:spPr>
          <a:xfrm>
            <a:off x="8472458" y="4663217"/>
            <a:ext cx="548700" cy="3936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Big number">
    <p:spTree>
      <p:nvGrpSpPr>
        <p:cNvPr id="1" name="Shape 44"/>
        <p:cNvGrpSpPr/>
        <p:nvPr/>
      </p:nvGrpSpPr>
      <p:grpSpPr>
        <a:xfrm>
          <a:off x="0" y="0"/>
          <a:ext cx="0" cy="0"/>
          <a:chOff x="0" y="0"/>
          <a:chExt cx="0" cy="0"/>
        </a:xfrm>
      </p:grpSpPr>
      <p:sp>
        <p:nvSpPr>
          <p:cNvPr id="45" name="Shape 45"/>
          <p:cNvSpPr txBox="1">
            <a:spLocks noGrp="1"/>
          </p:cNvSpPr>
          <p:nvPr>
            <p:ph type="title"/>
          </p:nvPr>
        </p:nvSpPr>
        <p:spPr>
          <a:xfrm>
            <a:off x="311700" y="1106125"/>
            <a:ext cx="8520600" cy="1963500"/>
          </a:xfrm>
          <a:prstGeom prst="rect">
            <a:avLst/>
          </a:prstGeom>
        </p:spPr>
        <p:txBody>
          <a:bodyPr wrap="square" lIns="91425" tIns="91425" rIns="91425" bIns="91425" anchor="b" anchorCtr="0"/>
          <a:lstStyle>
            <a:lvl1pPr lvl="0" algn="ctr">
              <a:spcBef>
                <a:spcPts val="0"/>
              </a:spcBef>
              <a:buSzPts val="12000"/>
              <a:buNone/>
              <a:defRPr sz="12000"/>
            </a:lvl1pPr>
            <a:lvl2pPr lvl="1" algn="ctr">
              <a:spcBef>
                <a:spcPts val="0"/>
              </a:spcBef>
              <a:buSzPts val="12000"/>
              <a:buNone/>
              <a:defRPr sz="12000"/>
            </a:lvl2pPr>
            <a:lvl3pPr lvl="2" algn="ctr">
              <a:spcBef>
                <a:spcPts val="0"/>
              </a:spcBef>
              <a:buSzPts val="12000"/>
              <a:buNone/>
              <a:defRPr sz="12000"/>
            </a:lvl3pPr>
            <a:lvl4pPr lvl="3" algn="ctr">
              <a:spcBef>
                <a:spcPts val="0"/>
              </a:spcBef>
              <a:buSzPts val="12000"/>
              <a:buNone/>
              <a:defRPr sz="12000"/>
            </a:lvl4pPr>
            <a:lvl5pPr lvl="4" algn="ctr">
              <a:spcBef>
                <a:spcPts val="0"/>
              </a:spcBef>
              <a:buSzPts val="12000"/>
              <a:buNone/>
              <a:defRPr sz="12000"/>
            </a:lvl5pPr>
            <a:lvl6pPr lvl="5" algn="ctr">
              <a:spcBef>
                <a:spcPts val="0"/>
              </a:spcBef>
              <a:buSzPts val="12000"/>
              <a:buNone/>
              <a:defRPr sz="12000"/>
            </a:lvl6pPr>
            <a:lvl7pPr lvl="6" algn="ctr">
              <a:spcBef>
                <a:spcPts val="0"/>
              </a:spcBef>
              <a:buSzPts val="12000"/>
              <a:buNone/>
              <a:defRPr sz="12000"/>
            </a:lvl7pPr>
            <a:lvl8pPr lvl="7" algn="ctr">
              <a:spcBef>
                <a:spcPts val="0"/>
              </a:spcBef>
              <a:buSzPts val="12000"/>
              <a:buNone/>
              <a:defRPr sz="12000"/>
            </a:lvl8pPr>
            <a:lvl9pPr lvl="8" algn="ctr">
              <a:spcBef>
                <a:spcPts val="0"/>
              </a:spcBef>
              <a:buSzPts val="12000"/>
              <a:buNone/>
              <a:defRPr sz="12000"/>
            </a:lvl9pPr>
          </a:lstStyle>
          <a:p/>
        </p:txBody>
      </p:sp>
      <p:sp>
        <p:nvSpPr>
          <p:cNvPr id="46" name="Shape 46"/>
          <p:cNvSpPr txBox="1">
            <a:spLocks noGrp="1"/>
          </p:cNvSpPr>
          <p:nvPr>
            <p:ph type="body" idx="1"/>
          </p:nvPr>
        </p:nvSpPr>
        <p:spPr>
          <a:xfrm>
            <a:off x="311700" y="3152225"/>
            <a:ext cx="8520600" cy="1300800"/>
          </a:xfrm>
          <a:prstGeom prst="rect">
            <a:avLst/>
          </a:prstGeom>
        </p:spPr>
        <p:txBody>
          <a:bodyPr wrap="square" lIns="91425" tIns="91425" rIns="91425" bIns="91425" anchor="t" anchorCtr="0"/>
          <a:lstStyle>
            <a:lvl1pPr lvl="0" algn="ctr">
              <a:spcBef>
                <a:spcPts val="0"/>
              </a:spcBef>
              <a:buSzPts val="1800"/>
              <a:buChar char="●"/>
              <a:defRPr/>
            </a:lvl1pPr>
            <a:lvl2pPr lvl="1" algn="ctr">
              <a:spcBef>
                <a:spcPts val="0"/>
              </a:spcBef>
              <a:buSzPts val="1400"/>
              <a:buChar char="○"/>
              <a:defRPr/>
            </a:lvl2pPr>
            <a:lvl3pPr lvl="2" algn="ctr">
              <a:spcBef>
                <a:spcPts val="0"/>
              </a:spcBef>
              <a:buSzPts val="1400"/>
              <a:buChar char="■"/>
              <a:defRPr/>
            </a:lvl3pPr>
            <a:lvl4pPr lvl="3" algn="ctr">
              <a:spcBef>
                <a:spcPts val="0"/>
              </a:spcBef>
              <a:buSzPts val="1400"/>
              <a:buChar char="●"/>
              <a:defRPr/>
            </a:lvl4pPr>
            <a:lvl5pPr lvl="4" algn="ctr">
              <a:spcBef>
                <a:spcPts val="0"/>
              </a:spcBef>
              <a:buSzPts val="1400"/>
              <a:buChar char="○"/>
              <a:defRPr/>
            </a:lvl5pPr>
            <a:lvl6pPr lvl="5" algn="ctr">
              <a:spcBef>
                <a:spcPts val="0"/>
              </a:spcBef>
              <a:buSzPts val="1400"/>
              <a:buChar char="■"/>
              <a:defRPr/>
            </a:lvl6pPr>
            <a:lvl7pPr lvl="6" algn="ctr">
              <a:spcBef>
                <a:spcPts val="0"/>
              </a:spcBef>
              <a:buSzPts val="1400"/>
              <a:buChar char="●"/>
              <a:defRPr/>
            </a:lvl7pPr>
            <a:lvl8pPr lvl="7" algn="ctr">
              <a:spcBef>
                <a:spcPts val="0"/>
              </a:spcBef>
              <a:buSzPts val="1400"/>
              <a:buChar char="○"/>
              <a:defRPr/>
            </a:lvl8pPr>
            <a:lvl9pPr lvl="8" algn="ctr">
              <a:spcBef>
                <a:spcPts val="0"/>
              </a:spcBef>
              <a:buSzPts val="1400"/>
              <a:buChar char="■"/>
              <a:defRPr/>
            </a:lvl9pPr>
          </a:lstStyle>
          <a:p/>
        </p:txBody>
      </p:sp>
      <p:sp>
        <p:nvSpPr>
          <p:cNvPr id="47" name="Shape 47"/>
          <p:cNvSpPr txBox="1">
            <a:spLocks noGrp="1"/>
          </p:cNvSpPr>
          <p:nvPr>
            <p:ph type="sldNum" idx="12"/>
          </p:nvPr>
        </p:nvSpPr>
        <p:spPr>
          <a:xfrm>
            <a:off x="8472458" y="4663217"/>
            <a:ext cx="548700" cy="3936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48"/>
        <p:cNvGrpSpPr/>
        <p:nvPr/>
      </p:nvGrpSpPr>
      <p:grpSpPr>
        <a:xfrm>
          <a:off x="0" y="0"/>
          <a:ext cx="0" cy="0"/>
          <a:chOff x="0" y="0"/>
          <a:chExt cx="0" cy="0"/>
        </a:xfrm>
      </p:grpSpPr>
      <p:sp>
        <p:nvSpPr>
          <p:cNvPr id="49" name="Shape 49"/>
          <p:cNvSpPr txBox="1">
            <a:spLocks noGrp="1"/>
          </p:cNvSpPr>
          <p:nvPr>
            <p:ph type="sldNum" idx="12"/>
          </p:nvPr>
        </p:nvSpPr>
        <p:spPr>
          <a:xfrm>
            <a:off x="8472458" y="4663217"/>
            <a:ext cx="548700" cy="393600"/>
          </a:xfrm>
          <a:prstGeom prst="rect">
            <a:avLst/>
          </a:prstGeom>
        </p:spPr>
        <p:txBody>
          <a:bodyPr wrap="square" lIns="91425" tIns="91425" rIns="91425" bIns="91425" anchor="ctr" anchorCtr="0">
            <a:noAutofit/>
          </a:bodyPr>
          <a:lstStyle/>
          <a:p>
            <a:pPr marL="0" lvl="0" indent="0">
              <a:spcBef>
                <a:spcPts val="0"/>
              </a:spcBef>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311700" y="445025"/>
            <a:ext cx="8520600" cy="572700"/>
          </a:xfrm>
          <a:prstGeom prst="rect">
            <a:avLst/>
          </a:prstGeom>
          <a:noFill/>
          <a:ln>
            <a:noFill/>
          </a:ln>
        </p:spPr>
        <p:txBody>
          <a:bodyPr wrap="square" lIns="91425" tIns="91425" rIns="91425" bIns="91425" anchor="t" anchorCtr="0"/>
          <a:lstStyle>
            <a:lvl1pPr lvl="0">
              <a:spcBef>
                <a:spcPts val="0"/>
              </a:spcBef>
              <a:buClr>
                <a:schemeClr val="dk1"/>
              </a:buClr>
              <a:buSzPts val="2800"/>
              <a:buNone/>
              <a:defRPr sz="2800">
                <a:solidFill>
                  <a:schemeClr val="dk1"/>
                </a:solidFill>
              </a:defRPr>
            </a:lvl1pPr>
            <a:lvl2pPr lvl="1">
              <a:spcBef>
                <a:spcPts val="0"/>
              </a:spcBef>
              <a:buClr>
                <a:schemeClr val="dk1"/>
              </a:buClr>
              <a:buSzPts val="2800"/>
              <a:buNone/>
              <a:defRPr sz="2800">
                <a:solidFill>
                  <a:schemeClr val="dk1"/>
                </a:solidFill>
              </a:defRPr>
            </a:lvl2pPr>
            <a:lvl3pPr lvl="2">
              <a:spcBef>
                <a:spcPts val="0"/>
              </a:spcBef>
              <a:buClr>
                <a:schemeClr val="dk1"/>
              </a:buClr>
              <a:buSzPts val="2800"/>
              <a:buNone/>
              <a:defRPr sz="2800">
                <a:solidFill>
                  <a:schemeClr val="dk1"/>
                </a:solidFill>
              </a:defRPr>
            </a:lvl3pPr>
            <a:lvl4pPr lvl="3">
              <a:spcBef>
                <a:spcPts val="0"/>
              </a:spcBef>
              <a:buClr>
                <a:schemeClr val="dk1"/>
              </a:buClr>
              <a:buSzPts val="2800"/>
              <a:buNone/>
              <a:defRPr sz="2800">
                <a:solidFill>
                  <a:schemeClr val="dk1"/>
                </a:solidFill>
              </a:defRPr>
            </a:lvl4pPr>
            <a:lvl5pPr lvl="4">
              <a:spcBef>
                <a:spcPts val="0"/>
              </a:spcBef>
              <a:buClr>
                <a:schemeClr val="dk1"/>
              </a:buClr>
              <a:buSzPts val="2800"/>
              <a:buNone/>
              <a:defRPr sz="2800">
                <a:solidFill>
                  <a:schemeClr val="dk1"/>
                </a:solidFill>
              </a:defRPr>
            </a:lvl5pPr>
            <a:lvl6pPr lvl="5">
              <a:spcBef>
                <a:spcPts val="0"/>
              </a:spcBef>
              <a:buClr>
                <a:schemeClr val="dk1"/>
              </a:buClr>
              <a:buSzPts val="2800"/>
              <a:buNone/>
              <a:defRPr sz="2800">
                <a:solidFill>
                  <a:schemeClr val="dk1"/>
                </a:solidFill>
              </a:defRPr>
            </a:lvl6pPr>
            <a:lvl7pPr lvl="6">
              <a:spcBef>
                <a:spcPts val="0"/>
              </a:spcBef>
              <a:buClr>
                <a:schemeClr val="dk1"/>
              </a:buClr>
              <a:buSzPts val="2800"/>
              <a:buNone/>
              <a:defRPr sz="2800">
                <a:solidFill>
                  <a:schemeClr val="dk1"/>
                </a:solidFill>
              </a:defRPr>
            </a:lvl7pPr>
            <a:lvl8pPr lvl="7">
              <a:spcBef>
                <a:spcPts val="0"/>
              </a:spcBef>
              <a:buClr>
                <a:schemeClr val="dk1"/>
              </a:buClr>
              <a:buSzPts val="2800"/>
              <a:buNone/>
              <a:defRPr sz="2800">
                <a:solidFill>
                  <a:schemeClr val="dk1"/>
                </a:solidFill>
              </a:defRPr>
            </a:lvl8pPr>
            <a:lvl9pPr lvl="8">
              <a:spcBef>
                <a:spcPts val="0"/>
              </a:spcBef>
              <a:buClr>
                <a:schemeClr val="dk1"/>
              </a:buClr>
              <a:buSzPts val="2800"/>
              <a:buNone/>
              <a:defRPr sz="2800">
                <a:solidFill>
                  <a:schemeClr val="dk1"/>
                </a:solidFill>
              </a:defRPr>
            </a:lvl9pPr>
          </a:lstStyle>
          <a:p/>
        </p:txBody>
      </p:sp>
      <p:sp>
        <p:nvSpPr>
          <p:cNvPr id="7" name="Shape 7"/>
          <p:cNvSpPr txBox="1">
            <a:spLocks noGrp="1"/>
          </p:cNvSpPr>
          <p:nvPr>
            <p:ph type="body" idx="1"/>
          </p:nvPr>
        </p:nvSpPr>
        <p:spPr>
          <a:xfrm>
            <a:off x="311700" y="1152475"/>
            <a:ext cx="8520600" cy="3416400"/>
          </a:xfrm>
          <a:prstGeom prst="rect">
            <a:avLst/>
          </a:prstGeom>
          <a:noFill/>
          <a:ln>
            <a:noFill/>
          </a:ln>
        </p:spPr>
        <p:txBody>
          <a:bodyPr wrap="square" lIns="91425" tIns="91425" rIns="91425" bIns="91425" anchor="t" anchorCtr="0"/>
          <a:lstStyle>
            <a:lvl1pPr lvl="0">
              <a:lnSpc>
                <a:spcPct val="115000"/>
              </a:lnSpc>
              <a:spcBef>
                <a:spcPts val="0"/>
              </a:spcBef>
              <a:spcAft>
                <a:spcPts val="1600"/>
              </a:spcAft>
              <a:buClr>
                <a:schemeClr val="dk2"/>
              </a:buClr>
              <a:buSzPts val="1800"/>
              <a:buChar char="●"/>
              <a:defRPr sz="1800">
                <a:solidFill>
                  <a:schemeClr val="dk2"/>
                </a:solidFill>
              </a:defRPr>
            </a:lvl1pPr>
            <a:lvl2pPr lvl="1">
              <a:lnSpc>
                <a:spcPct val="115000"/>
              </a:lnSpc>
              <a:spcBef>
                <a:spcPts val="0"/>
              </a:spcBef>
              <a:spcAft>
                <a:spcPts val="1600"/>
              </a:spcAft>
              <a:buClr>
                <a:schemeClr val="dk2"/>
              </a:buClr>
              <a:buSzPts val="1400"/>
              <a:buChar char="○"/>
              <a:defRPr>
                <a:solidFill>
                  <a:schemeClr val="dk2"/>
                </a:solidFill>
              </a:defRPr>
            </a:lvl2pPr>
            <a:lvl3pPr lvl="2">
              <a:lnSpc>
                <a:spcPct val="115000"/>
              </a:lnSpc>
              <a:spcBef>
                <a:spcPts val="0"/>
              </a:spcBef>
              <a:spcAft>
                <a:spcPts val="1600"/>
              </a:spcAft>
              <a:buClr>
                <a:schemeClr val="dk2"/>
              </a:buClr>
              <a:buSzPts val="1400"/>
              <a:buChar char="■"/>
              <a:defRPr>
                <a:solidFill>
                  <a:schemeClr val="dk2"/>
                </a:solidFill>
              </a:defRPr>
            </a:lvl3pPr>
            <a:lvl4pPr lvl="3">
              <a:lnSpc>
                <a:spcPct val="115000"/>
              </a:lnSpc>
              <a:spcBef>
                <a:spcPts val="0"/>
              </a:spcBef>
              <a:spcAft>
                <a:spcPts val="1600"/>
              </a:spcAft>
              <a:buClr>
                <a:schemeClr val="dk2"/>
              </a:buClr>
              <a:buSzPts val="1400"/>
              <a:buChar char="●"/>
              <a:defRPr>
                <a:solidFill>
                  <a:schemeClr val="dk2"/>
                </a:solidFill>
              </a:defRPr>
            </a:lvl4pPr>
            <a:lvl5pPr lvl="4">
              <a:lnSpc>
                <a:spcPct val="115000"/>
              </a:lnSpc>
              <a:spcBef>
                <a:spcPts val="0"/>
              </a:spcBef>
              <a:spcAft>
                <a:spcPts val="1600"/>
              </a:spcAft>
              <a:buClr>
                <a:schemeClr val="dk2"/>
              </a:buClr>
              <a:buSzPts val="1400"/>
              <a:buChar char="○"/>
              <a:defRPr>
                <a:solidFill>
                  <a:schemeClr val="dk2"/>
                </a:solidFill>
              </a:defRPr>
            </a:lvl5pPr>
            <a:lvl6pPr lvl="5">
              <a:lnSpc>
                <a:spcPct val="115000"/>
              </a:lnSpc>
              <a:spcBef>
                <a:spcPts val="0"/>
              </a:spcBef>
              <a:spcAft>
                <a:spcPts val="1600"/>
              </a:spcAft>
              <a:buClr>
                <a:schemeClr val="dk2"/>
              </a:buClr>
              <a:buSzPts val="1400"/>
              <a:buChar char="■"/>
              <a:defRPr>
                <a:solidFill>
                  <a:schemeClr val="dk2"/>
                </a:solidFill>
              </a:defRPr>
            </a:lvl6pPr>
            <a:lvl7pPr lvl="6">
              <a:lnSpc>
                <a:spcPct val="115000"/>
              </a:lnSpc>
              <a:spcBef>
                <a:spcPts val="0"/>
              </a:spcBef>
              <a:spcAft>
                <a:spcPts val="1600"/>
              </a:spcAft>
              <a:buClr>
                <a:schemeClr val="dk2"/>
              </a:buClr>
              <a:buSzPts val="1400"/>
              <a:buChar char="●"/>
              <a:defRPr>
                <a:solidFill>
                  <a:schemeClr val="dk2"/>
                </a:solidFill>
              </a:defRPr>
            </a:lvl7pPr>
            <a:lvl8pPr lvl="7">
              <a:lnSpc>
                <a:spcPct val="115000"/>
              </a:lnSpc>
              <a:spcBef>
                <a:spcPts val="0"/>
              </a:spcBef>
              <a:spcAft>
                <a:spcPts val="1600"/>
              </a:spcAft>
              <a:buClr>
                <a:schemeClr val="dk2"/>
              </a:buClr>
              <a:buSzPts val="1400"/>
              <a:buChar char="○"/>
              <a:defRPr>
                <a:solidFill>
                  <a:schemeClr val="dk2"/>
                </a:solidFill>
              </a:defRPr>
            </a:lvl8pPr>
            <a:lvl9pPr lvl="8">
              <a:lnSpc>
                <a:spcPct val="115000"/>
              </a:lnSpc>
              <a:spcBef>
                <a:spcPts val="0"/>
              </a:spcBef>
              <a:spcAft>
                <a:spcPts val="1600"/>
              </a:spcAft>
              <a:buClr>
                <a:schemeClr val="dk2"/>
              </a:buClr>
              <a:buSzPts val="1400"/>
              <a:buChar char="■"/>
              <a:defRPr>
                <a:solidFill>
                  <a:schemeClr val="dk2"/>
                </a:solidFill>
              </a:defRPr>
            </a:lvl9pPr>
          </a:lstStyle>
          <a:p/>
        </p:txBody>
      </p:sp>
      <p:sp>
        <p:nvSpPr>
          <p:cNvPr id="8" name="Shape 8"/>
          <p:cNvSpPr txBox="1">
            <a:spLocks noGrp="1"/>
          </p:cNvSpPr>
          <p:nvPr>
            <p:ph type="sldNum" idx="12"/>
          </p:nvPr>
        </p:nvSpPr>
        <p:spPr>
          <a:xfrm>
            <a:off x="8472458" y="4663217"/>
            <a:ext cx="548700" cy="393600"/>
          </a:xfrm>
          <a:prstGeom prst="rect">
            <a:avLst/>
          </a:prstGeom>
          <a:noFill/>
          <a:ln>
            <a:noFill/>
          </a:ln>
        </p:spPr>
        <p:txBody>
          <a:bodyPr wrap="square" lIns="91425" tIns="91425" rIns="91425" bIns="91425" anchor="ctr" anchorCtr="0">
            <a:noAutofit/>
          </a:bodyPr>
          <a:lstStyle/>
          <a:p>
            <a:pPr marL="0" lvl="0" indent="0" algn="r">
              <a:spcBef>
                <a:spcPts val="0"/>
              </a:spcBef>
              <a:buNone/>
            </a:pPr>
            <a:fld id="{00000000-1234-1234-1234-123412341234}" type="slidenum">
              <a:rPr lang="en-GB" sz="1000">
                <a:solidFill>
                  <a:schemeClr val="dk2"/>
                </a:solidFill>
              </a:rPr>
            </a:fld>
            <a:endParaRPr lang="en-GB" sz="1000">
              <a:solidFill>
                <a:schemeClr val="dk2"/>
              </a:solidFil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None/>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None/>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None/>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None/>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None/>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None/>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None/>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None/>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None/>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None/>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None/>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None/>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None/>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None/>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None/>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None/>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1.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3.xml"/><Relationship Id="rId3" Type="http://schemas.openxmlformats.org/officeDocument/2006/relationships/hyperlink" Target="http://www.example.com" TargetMode="External"/><Relationship Id="rId2" Type="http://schemas.openxmlformats.org/officeDocument/2006/relationships/hyperlink" Target="http://www.example.com/search?input=" TargetMode="External"/><Relationship Id="rId1" Type="http://schemas.openxmlformats.org/officeDocument/2006/relationships/hyperlink" Target="http://www.exame.com/search?input=word" TargetMode="Externa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3.xml"/><Relationship Id="rId2" Type="http://schemas.openxmlformats.org/officeDocument/2006/relationships/image" Target="../media/image9.png"/><Relationship Id="rId1" Type="http://schemas.openxmlformats.org/officeDocument/2006/relationships/hyperlink" Target="http://www.csrflabelgg.com"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xml"/><Relationship Id="rId1"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3.xml"/><Relationship Id="rId1"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xml"/><Relationship Id="rId1" Type="http://schemas.openxmlformats.org/officeDocument/2006/relationships/image" Target="../media/image1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3.xml"/><Relationship Id="rId2" Type="http://schemas.openxmlformats.org/officeDocument/2006/relationships/image" Target="../media/image15.png"/><Relationship Id="rId1"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xml"/><Relationship Id="rId1" Type="http://schemas.openxmlformats.org/officeDocument/2006/relationships/image" Target="../media/image16.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3.xml"/><Relationship Id="rId1" Type="http://schemas.openxmlformats.org/officeDocument/2006/relationships/image" Target="../media/image18.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9.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0.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2.png"/><Relationship Id="rId1" Type="http://schemas.openxmlformats.org/officeDocument/2006/relationships/image" Target="../media/image21.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Shape 54"/>
          <p:cNvSpPr txBox="1">
            <a:spLocks noGrp="1"/>
          </p:cNvSpPr>
          <p:nvPr>
            <p:ph type="ctrTitle"/>
          </p:nvPr>
        </p:nvSpPr>
        <p:spPr>
          <a:xfrm>
            <a:off x="334956" y="1170778"/>
            <a:ext cx="8520600" cy="2052600"/>
          </a:xfrm>
          <a:prstGeom prst="rect">
            <a:avLst/>
          </a:prstGeom>
        </p:spPr>
        <p:txBody>
          <a:bodyPr wrap="square" lIns="91425" tIns="91425" rIns="91425" bIns="91425" anchor="b" anchorCtr="0">
            <a:noAutofit/>
          </a:bodyPr>
          <a:lstStyle/>
          <a:p>
            <a:pPr marL="0" lvl="0" indent="0">
              <a:spcBef>
                <a:spcPts val="0"/>
              </a:spcBef>
              <a:buNone/>
            </a:pPr>
            <a:r>
              <a:rPr lang="en-GB" sz="4800" dirty="0"/>
              <a:t>Cross-Site Scripting Attack</a:t>
            </a:r>
            <a:br>
              <a:rPr lang="en-GB" sz="4800" dirty="0"/>
            </a:br>
            <a:r>
              <a:rPr lang="en-GB" sz="4800" dirty="0"/>
              <a:t>(XSS)</a:t>
            </a:r>
            <a:endParaRPr lang="en-GB" sz="4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0" y="396798"/>
            <a:ext cx="9144000" cy="429814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Shape 65"/>
          <p:cNvSpPr txBox="1">
            <a:spLocks noGrp="1"/>
          </p:cNvSpPr>
          <p:nvPr>
            <p:ph type="title"/>
          </p:nvPr>
        </p:nvSpPr>
        <p:spPr>
          <a:prstGeom prst="rect">
            <a:avLst/>
          </a:prstGeom>
        </p:spPr>
        <p:txBody>
          <a:bodyPr wrap="square" lIns="91425" tIns="91425" rIns="91425" bIns="91425" anchor="t" anchorCtr="0">
            <a:noAutofit/>
          </a:bodyPr>
          <a:lstStyle/>
          <a:p>
            <a:pPr marL="0" lvl="0" indent="0">
              <a:spcBef>
                <a:spcPts val="0"/>
              </a:spcBef>
              <a:buNone/>
            </a:pPr>
            <a:r>
              <a:rPr lang="en-GB"/>
              <a:t>The Cross-Site Scripting Attack</a:t>
            </a:r>
            <a:endParaRPr lang="en-GB"/>
          </a:p>
        </p:txBody>
      </p:sp>
      <p:sp>
        <p:nvSpPr>
          <p:cNvPr id="67" name="Shape 67"/>
          <p:cNvSpPr txBox="1"/>
          <p:nvPr/>
        </p:nvSpPr>
        <p:spPr>
          <a:xfrm>
            <a:off x="5209524" y="919572"/>
            <a:ext cx="3640500" cy="3807411"/>
          </a:xfrm>
          <a:prstGeom prst="rect">
            <a:avLst/>
          </a:prstGeom>
          <a:noFill/>
          <a:ln>
            <a:noFill/>
          </a:ln>
        </p:spPr>
        <p:txBody>
          <a:bodyPr wrap="square" lIns="91425" tIns="91425" rIns="91425" bIns="91425" anchor="t" anchorCtr="0">
            <a:noAutofit/>
          </a:bodyPr>
          <a:lstStyle/>
          <a:p>
            <a:pPr marL="457200" lvl="0" indent="-342900">
              <a:spcBef>
                <a:spcPts val="0"/>
              </a:spcBef>
              <a:spcAft>
                <a:spcPts val="600"/>
              </a:spcAft>
              <a:buSzPts val="1800"/>
              <a:buChar char="●"/>
            </a:pPr>
            <a:r>
              <a:rPr lang="en-GB" sz="1800" dirty="0"/>
              <a:t>In XSS, an attacker injects his/her malicious code to the victim’s browser via the target website.</a:t>
            </a:r>
            <a:endParaRPr lang="en-GB" sz="1800" dirty="0"/>
          </a:p>
          <a:p>
            <a:pPr marL="457200" lvl="0" indent="-342900">
              <a:spcBef>
                <a:spcPts val="0"/>
              </a:spcBef>
              <a:spcAft>
                <a:spcPts val="600"/>
              </a:spcAft>
              <a:buSzPts val="1800"/>
              <a:buChar char="●"/>
            </a:pPr>
            <a:r>
              <a:rPr lang="en-GB" sz="1800" dirty="0"/>
              <a:t>When code comes from a website, it is considered as trusted with respect to the website, so it can access and change the content on the pages, read cookies belonging to the website and sending out requests on behalf of the user.</a:t>
            </a:r>
            <a:endParaRPr lang="en-GB" sz="1800" dirty="0"/>
          </a:p>
        </p:txBody>
      </p:sp>
      <p:sp>
        <p:nvSpPr>
          <p:cNvPr id="68" name="Shape 68"/>
          <p:cNvSpPr txBox="1"/>
          <p:nvPr/>
        </p:nvSpPr>
        <p:spPr>
          <a:xfrm>
            <a:off x="227562" y="3991632"/>
            <a:ext cx="5066100" cy="1020300"/>
          </a:xfrm>
          <a:prstGeom prst="rect">
            <a:avLst/>
          </a:prstGeom>
          <a:noFill/>
          <a:ln>
            <a:noFill/>
          </a:ln>
        </p:spPr>
        <p:txBody>
          <a:bodyPr wrap="square" lIns="91425" tIns="91425" rIns="91425" bIns="91425" anchor="t" anchorCtr="0">
            <a:noAutofit/>
          </a:bodyPr>
          <a:lstStyle/>
          <a:p>
            <a:pPr marL="457200" lvl="0" indent="-342900">
              <a:spcBef>
                <a:spcPts val="0"/>
              </a:spcBef>
              <a:buSzPts val="1800"/>
              <a:buChar char="●"/>
            </a:pPr>
            <a:r>
              <a:rPr lang="en-GB" sz="1800" dirty="0"/>
              <a:t>Basically, code can do whatever the user can do inside the session.</a:t>
            </a:r>
            <a:endParaRPr lang="en-GB" sz="1800" dirty="0"/>
          </a:p>
        </p:txBody>
      </p:sp>
      <p:sp>
        <p:nvSpPr>
          <p:cNvPr id="2" name="Arc 1"/>
          <p:cNvSpPr/>
          <p:nvPr/>
        </p:nvSpPr>
        <p:spPr>
          <a:xfrm>
            <a:off x="1813303" y="1456841"/>
            <a:ext cx="1852046" cy="945396"/>
          </a:xfrm>
          <a:prstGeom prst="arc">
            <a:avLst>
              <a:gd name="adj1" fmla="val 16062036"/>
              <a:gd name="adj2" fmla="val 2358492"/>
            </a:avLst>
          </a:prstGeom>
          <a:ln w="12700">
            <a:solidFill>
              <a:schemeClr val="tx1"/>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3" name="Picture 2" descr="Screen Clippin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89814" y="1136566"/>
            <a:ext cx="4819710" cy="273622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Shape 73"/>
          <p:cNvSpPr txBox="1">
            <a:spLocks noGrp="1"/>
          </p:cNvSpPr>
          <p:nvPr>
            <p:ph type="title"/>
          </p:nvPr>
        </p:nvSpPr>
        <p:spPr>
          <a:prstGeom prst="rect">
            <a:avLst/>
          </a:prstGeom>
        </p:spPr>
        <p:txBody>
          <a:bodyPr wrap="square" lIns="91425" tIns="91425" rIns="91425" bIns="91425" anchor="t" anchorCtr="0">
            <a:noAutofit/>
          </a:bodyPr>
          <a:lstStyle/>
          <a:p>
            <a:pPr marL="0" lvl="0" indent="0">
              <a:spcBef>
                <a:spcPts val="0"/>
              </a:spcBef>
              <a:buNone/>
            </a:pPr>
            <a:r>
              <a:rPr lang="en-GB" dirty="0"/>
              <a:t>Types of XSS Attacks</a:t>
            </a:r>
            <a:endParaRPr lang="en-GB" dirty="0"/>
          </a:p>
        </p:txBody>
      </p:sp>
      <p:sp>
        <p:nvSpPr>
          <p:cNvPr id="74" name="Shape 74"/>
          <p:cNvSpPr txBox="1">
            <a:spLocks noGrp="1"/>
          </p:cNvSpPr>
          <p:nvPr>
            <p:ph type="body" idx="1"/>
          </p:nvPr>
        </p:nvSpPr>
        <p:spPr>
          <a:xfrm>
            <a:off x="311700" y="1152475"/>
            <a:ext cx="8520600" cy="2061000"/>
          </a:xfrm>
          <a:prstGeom prst="rect">
            <a:avLst/>
          </a:prstGeom>
        </p:spPr>
        <p:txBody>
          <a:bodyPr wrap="square" lIns="91425" tIns="91425" rIns="91425" bIns="91425" anchor="t" anchorCtr="0">
            <a:noAutofit/>
          </a:bodyPr>
          <a:lstStyle/>
          <a:p>
            <a:pPr marL="457200" lvl="0" indent="-342900" rtl="0">
              <a:spcBef>
                <a:spcPts val="0"/>
              </a:spcBef>
              <a:buClr>
                <a:srgbClr val="000000"/>
              </a:buClr>
              <a:buSzPts val="1800"/>
              <a:buChar char="●"/>
            </a:pPr>
            <a:r>
              <a:rPr lang="en-GB" dirty="0">
                <a:solidFill>
                  <a:srgbClr val="000000"/>
                </a:solidFill>
              </a:rPr>
              <a:t>Non-persistent (Reflected) XSS Attack</a:t>
            </a:r>
            <a:endParaRPr lang="en-GB" dirty="0">
              <a:solidFill>
                <a:srgbClr val="000000"/>
              </a:solidFill>
            </a:endParaRPr>
          </a:p>
          <a:p>
            <a:pPr marL="457200" lvl="0" indent="-342900">
              <a:spcBef>
                <a:spcPts val="0"/>
              </a:spcBef>
              <a:buClr>
                <a:srgbClr val="000000"/>
              </a:buClr>
              <a:buSzPts val="1800"/>
              <a:buChar char="●"/>
            </a:pPr>
            <a:r>
              <a:rPr lang="en-GB" dirty="0">
                <a:solidFill>
                  <a:srgbClr val="000000"/>
                </a:solidFill>
              </a:rPr>
              <a:t>Persistent (Stored) XSS Attack</a:t>
            </a:r>
            <a:endParaRPr lang="en-GB" dirty="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Shape 79"/>
          <p:cNvSpPr txBox="1">
            <a:spLocks noGrp="1"/>
          </p:cNvSpPr>
          <p:nvPr>
            <p:ph type="title"/>
          </p:nvPr>
        </p:nvSpPr>
        <p:spPr>
          <a:prstGeom prst="rect">
            <a:avLst/>
          </a:prstGeom>
        </p:spPr>
        <p:txBody>
          <a:bodyPr wrap="square" lIns="91425" tIns="91425" rIns="91425" bIns="91425" anchor="t" anchorCtr="0">
            <a:noAutofit/>
          </a:bodyPr>
          <a:lstStyle/>
          <a:p>
            <a:pPr marL="0" lvl="0" indent="0">
              <a:spcBef>
                <a:spcPts val="0"/>
              </a:spcBef>
              <a:buNone/>
            </a:pPr>
            <a:r>
              <a:rPr lang="en-GB"/>
              <a:t>Non-persistent (Reflected) XSS Attack</a:t>
            </a:r>
            <a:endParaRPr lang="en-GB"/>
          </a:p>
        </p:txBody>
      </p:sp>
      <p:pic>
        <p:nvPicPr>
          <p:cNvPr id="80" name="Shape 80"/>
          <p:cNvPicPr preferRelativeResize="0"/>
          <p:nvPr/>
        </p:nvPicPr>
        <p:blipFill>
          <a:blip r:embed="rId1"/>
          <a:stretch>
            <a:fillRect/>
          </a:stretch>
        </p:blipFill>
        <p:spPr>
          <a:xfrm>
            <a:off x="399300" y="1452666"/>
            <a:ext cx="4485675" cy="2737700"/>
          </a:xfrm>
          <a:prstGeom prst="rect">
            <a:avLst/>
          </a:prstGeom>
          <a:noFill/>
          <a:ln>
            <a:noFill/>
          </a:ln>
        </p:spPr>
      </p:pic>
      <p:sp>
        <p:nvSpPr>
          <p:cNvPr id="81" name="Shape 81"/>
          <p:cNvSpPr txBox="1"/>
          <p:nvPr/>
        </p:nvSpPr>
        <p:spPr>
          <a:xfrm>
            <a:off x="4884975" y="1452666"/>
            <a:ext cx="4054800" cy="2530800"/>
          </a:xfrm>
          <a:prstGeom prst="rect">
            <a:avLst/>
          </a:prstGeom>
          <a:noFill/>
          <a:ln>
            <a:noFill/>
          </a:ln>
        </p:spPr>
        <p:txBody>
          <a:bodyPr wrap="square" lIns="91425" tIns="91425" rIns="91425" bIns="91425" anchor="t" anchorCtr="0">
            <a:noAutofit/>
          </a:bodyPr>
          <a:lstStyle/>
          <a:p>
            <a:pPr marL="0" lvl="0" indent="0">
              <a:spcBef>
                <a:spcPts val="0"/>
              </a:spcBef>
              <a:buNone/>
            </a:pPr>
            <a:r>
              <a:rPr lang="en-GB" sz="1800" dirty="0"/>
              <a:t>If a website with a reflective </a:t>
            </a:r>
            <a:r>
              <a:rPr lang="en-GB" sz="1800" dirty="0" err="1"/>
              <a:t>behavior</a:t>
            </a:r>
            <a:r>
              <a:rPr lang="en-GB" sz="1800" dirty="0"/>
              <a:t> takes user inputs, then :</a:t>
            </a:r>
            <a:endParaRPr lang="en-GB" sz="1800" dirty="0"/>
          </a:p>
          <a:p>
            <a:pPr marL="0" lvl="0" indent="0">
              <a:spcBef>
                <a:spcPts val="0"/>
              </a:spcBef>
              <a:buNone/>
            </a:pPr>
            <a:endParaRPr sz="1800" dirty="0"/>
          </a:p>
          <a:p>
            <a:pPr marL="457200" lvl="0" indent="-342900" rtl="0">
              <a:spcBef>
                <a:spcPts val="0"/>
              </a:spcBef>
              <a:buSzPts val="1800"/>
              <a:buChar char="●"/>
            </a:pPr>
            <a:r>
              <a:rPr lang="en-GB" sz="1800" dirty="0"/>
              <a:t>Attackers can put JavaScript code in the input, so when the input is reflected back, the JavaScript code will be injected into the web page from the website. </a:t>
            </a:r>
            <a:endParaRPr lang="en-GB"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404231" y="104430"/>
            <a:ext cx="8335538" cy="493463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0" y="163366"/>
            <a:ext cx="9144000" cy="481676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Shape 86"/>
          <p:cNvSpPr txBox="1">
            <a:spLocks noGrp="1"/>
          </p:cNvSpPr>
          <p:nvPr>
            <p:ph type="title"/>
          </p:nvPr>
        </p:nvSpPr>
        <p:spPr>
          <a:prstGeom prst="rect">
            <a:avLst/>
          </a:prstGeom>
        </p:spPr>
        <p:txBody>
          <a:bodyPr wrap="square" lIns="91425" tIns="91425" rIns="91425" bIns="91425" anchor="t" anchorCtr="0">
            <a:noAutofit/>
          </a:bodyPr>
          <a:lstStyle/>
          <a:p>
            <a:pPr marL="0" lvl="0" indent="-69850">
              <a:spcBef>
                <a:spcPts val="0"/>
              </a:spcBef>
              <a:buClr>
                <a:schemeClr val="dk1"/>
              </a:buClr>
              <a:buSzPts val="1100"/>
              <a:buFont typeface="Arial" panose="020B0604020202090204"/>
              <a:buNone/>
            </a:pPr>
            <a:r>
              <a:rPr lang="en-GB"/>
              <a:t>Non-persistent (Reflected) XSS Attack</a:t>
            </a:r>
            <a:endParaRPr lang="en-GB"/>
          </a:p>
        </p:txBody>
      </p:sp>
      <p:sp>
        <p:nvSpPr>
          <p:cNvPr id="87" name="Shape 87"/>
          <p:cNvSpPr txBox="1">
            <a:spLocks noGrp="1"/>
          </p:cNvSpPr>
          <p:nvPr>
            <p:ph type="body" idx="1"/>
          </p:nvPr>
        </p:nvSpPr>
        <p:spPr>
          <a:prstGeom prst="rect">
            <a:avLst/>
          </a:prstGeom>
        </p:spPr>
        <p:txBody>
          <a:bodyPr wrap="square" lIns="91425" tIns="91425" rIns="91425" bIns="91425" anchor="t" anchorCtr="0">
            <a:noAutofit/>
          </a:bodyPr>
          <a:lstStyle/>
          <a:p>
            <a:pPr marL="457200" lvl="0" indent="-342900" rtl="0">
              <a:spcBef>
                <a:spcPts val="0"/>
              </a:spcBef>
              <a:spcAft>
                <a:spcPts val="0"/>
              </a:spcAft>
              <a:buClr>
                <a:srgbClr val="000000"/>
              </a:buClr>
              <a:buSzPts val="1800"/>
              <a:buChar char="●"/>
            </a:pPr>
            <a:r>
              <a:rPr lang="en-GB" dirty="0">
                <a:solidFill>
                  <a:srgbClr val="000000"/>
                </a:solidFill>
              </a:rPr>
              <a:t>Assume a vulnerable service on website : </a:t>
            </a:r>
            <a:r>
              <a:rPr lang="en-GB" u="sng" dirty="0">
                <a:solidFill>
                  <a:srgbClr val="000000"/>
                </a:solidFill>
                <a:hlinkClick r:id="rId1"/>
              </a:rPr>
              <a:t>http://www.example.com/search?input=word</a:t>
            </a:r>
            <a:r>
              <a:rPr lang="en-GB" dirty="0">
                <a:solidFill>
                  <a:srgbClr val="000000"/>
                </a:solidFill>
              </a:rPr>
              <a:t>, where word is provided by the users.</a:t>
            </a:r>
            <a:endParaRPr lang="en-GB" dirty="0">
              <a:solidFill>
                <a:srgbClr val="000000"/>
              </a:solidFill>
            </a:endParaRPr>
          </a:p>
          <a:p>
            <a:pPr marL="457200" lvl="0" indent="-342900" rtl="0">
              <a:spcBef>
                <a:spcPts val="0"/>
              </a:spcBef>
              <a:spcAft>
                <a:spcPts val="0"/>
              </a:spcAft>
              <a:buClr>
                <a:srgbClr val="000000"/>
              </a:buClr>
              <a:buSzPts val="1800"/>
              <a:buChar char="●"/>
            </a:pPr>
            <a:r>
              <a:rPr lang="en-GB" dirty="0">
                <a:solidFill>
                  <a:srgbClr val="000000"/>
                </a:solidFill>
              </a:rPr>
              <a:t>Now the attacker sends the following URL to the victim and tricks him to click the link: </a:t>
            </a:r>
            <a:r>
              <a:rPr lang="en-GB" u="sng" dirty="0">
                <a:solidFill>
                  <a:srgbClr val="000000"/>
                </a:solidFill>
                <a:hlinkClick r:id="rId2"/>
              </a:rPr>
              <a:t>http://www.example.com/</a:t>
            </a:r>
            <a:r>
              <a:rPr lang="en-GB" u="sng" dirty="0" err="1">
                <a:solidFill>
                  <a:srgbClr val="000000"/>
                </a:solidFill>
                <a:hlinkClick r:id="rId2"/>
              </a:rPr>
              <a:t>search?input</a:t>
            </a:r>
            <a:r>
              <a:rPr lang="en-GB" u="sng" dirty="0">
                <a:solidFill>
                  <a:srgbClr val="000000"/>
                </a:solidFill>
                <a:hlinkClick r:id="rId2"/>
              </a:rPr>
              <a:t>=</a:t>
            </a:r>
            <a:r>
              <a:rPr lang="en-GB" dirty="0">
                <a:solidFill>
                  <a:srgbClr val="FF0000"/>
                </a:solidFill>
              </a:rPr>
              <a:t>&lt;script&gt;alert(“attack”);&lt;/script&gt;</a:t>
            </a:r>
            <a:endParaRPr lang="en-GB" dirty="0">
              <a:solidFill>
                <a:srgbClr val="FF0000"/>
              </a:solidFill>
            </a:endParaRPr>
          </a:p>
          <a:p>
            <a:pPr marL="457200" lvl="0" indent="-342900">
              <a:spcBef>
                <a:spcPts val="0"/>
              </a:spcBef>
              <a:buClr>
                <a:srgbClr val="000000"/>
              </a:buClr>
              <a:buSzPts val="1800"/>
              <a:buChar char="●"/>
            </a:pPr>
            <a:r>
              <a:rPr lang="en-GB" dirty="0">
                <a:solidFill>
                  <a:srgbClr val="000000"/>
                </a:solidFill>
              </a:rPr>
              <a:t>Once the victim clicks on this link, an HTTP GET request will be sent to the </a:t>
            </a:r>
            <a:r>
              <a:rPr lang="en-GB" u="sng" dirty="0">
                <a:solidFill>
                  <a:srgbClr val="000000"/>
                </a:solidFill>
                <a:hlinkClick r:id="rId3"/>
              </a:rPr>
              <a:t>www.example.com</a:t>
            </a:r>
            <a:r>
              <a:rPr lang="en-GB" dirty="0">
                <a:solidFill>
                  <a:srgbClr val="000000"/>
                </a:solidFill>
              </a:rPr>
              <a:t> web server, which returns a page containing the search result, with the original input in the page. The input here is a JavaScript code which runs and gives a pop-up message on the victim’s browser.</a:t>
            </a:r>
            <a:endParaRPr lang="en-GB" dirty="0">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Shape 92"/>
          <p:cNvSpPr txBox="1">
            <a:spLocks noGrp="1"/>
          </p:cNvSpPr>
          <p:nvPr>
            <p:ph type="title"/>
          </p:nvPr>
        </p:nvSpPr>
        <p:spPr>
          <a:prstGeom prst="rect">
            <a:avLst/>
          </a:prstGeom>
        </p:spPr>
        <p:txBody>
          <a:bodyPr wrap="square" lIns="91425" tIns="91425" rIns="91425" bIns="91425" anchor="t" anchorCtr="0">
            <a:noAutofit/>
          </a:bodyPr>
          <a:lstStyle/>
          <a:p>
            <a:pPr marL="0" lvl="0" indent="-69850">
              <a:spcBef>
                <a:spcPts val="0"/>
              </a:spcBef>
              <a:buClr>
                <a:schemeClr val="dk1"/>
              </a:buClr>
              <a:buSzPts val="1100"/>
              <a:buFont typeface="Arial" panose="020B0604020202090204"/>
              <a:buNone/>
            </a:pPr>
            <a:r>
              <a:rPr lang="en-GB"/>
              <a:t>Persistent (Stored) XSS Attack</a:t>
            </a:r>
            <a:endParaRPr lang="en-GB"/>
          </a:p>
        </p:txBody>
      </p:sp>
      <p:sp>
        <p:nvSpPr>
          <p:cNvPr id="93" name="Shape 93"/>
          <p:cNvSpPr txBox="1">
            <a:spLocks noGrp="1"/>
          </p:cNvSpPr>
          <p:nvPr>
            <p:ph type="body" idx="1"/>
          </p:nvPr>
        </p:nvSpPr>
        <p:spPr>
          <a:xfrm>
            <a:off x="5035775" y="1152475"/>
            <a:ext cx="3796800" cy="3919800"/>
          </a:xfrm>
          <a:prstGeom prst="rect">
            <a:avLst/>
          </a:prstGeom>
        </p:spPr>
        <p:txBody>
          <a:bodyPr wrap="square" lIns="91425" tIns="91425" rIns="91425" bIns="91425" anchor="t" anchorCtr="0">
            <a:noAutofit/>
          </a:bodyPr>
          <a:lstStyle/>
          <a:p>
            <a:pPr marL="457200" lvl="0" indent="-342900">
              <a:spcBef>
                <a:spcPts val="0"/>
              </a:spcBef>
              <a:spcAft>
                <a:spcPts val="0"/>
              </a:spcAft>
              <a:buClr>
                <a:srgbClr val="000000"/>
              </a:buClr>
              <a:buSzPts val="1800"/>
              <a:buChar char="●"/>
            </a:pPr>
            <a:r>
              <a:rPr lang="en-GB" dirty="0">
                <a:solidFill>
                  <a:srgbClr val="000000"/>
                </a:solidFill>
              </a:rPr>
              <a:t>Attackers directly send their data to a target website/server which stores the data in a persistent storage.</a:t>
            </a:r>
            <a:endParaRPr lang="en-GB" dirty="0">
              <a:solidFill>
                <a:srgbClr val="000000"/>
              </a:solidFill>
            </a:endParaRPr>
          </a:p>
          <a:p>
            <a:pPr marL="457200" lvl="0" indent="-342900">
              <a:spcBef>
                <a:spcPts val="0"/>
              </a:spcBef>
              <a:buClr>
                <a:srgbClr val="000000"/>
              </a:buClr>
              <a:buSzPts val="1800"/>
              <a:buChar char="●"/>
            </a:pPr>
            <a:r>
              <a:rPr lang="en-GB" dirty="0">
                <a:solidFill>
                  <a:srgbClr val="000000"/>
                </a:solidFill>
              </a:rPr>
              <a:t>If the website later sends the stored data to other users, it creates a channel between the users and the attackers.</a:t>
            </a:r>
            <a:endParaRPr lang="en-GB" dirty="0">
              <a:solidFill>
                <a:srgbClr val="000000"/>
              </a:solidFill>
            </a:endParaRPr>
          </a:p>
          <a:p>
            <a:pPr marL="0" lvl="0" indent="0">
              <a:spcBef>
                <a:spcPts val="0"/>
              </a:spcBef>
              <a:buNone/>
            </a:pPr>
            <a:r>
              <a:rPr lang="en-GB" dirty="0">
                <a:solidFill>
                  <a:srgbClr val="000000"/>
                </a:solidFill>
              </a:rPr>
              <a:t>Example : User profile in a social network is a channel as it is set by one user and viewed by another.</a:t>
            </a:r>
            <a:endParaRPr lang="en-GB" dirty="0">
              <a:solidFill>
                <a:srgbClr val="000000"/>
              </a:solidFill>
            </a:endParaRPr>
          </a:p>
        </p:txBody>
      </p:sp>
      <p:pic>
        <p:nvPicPr>
          <p:cNvPr id="94" name="Shape 94"/>
          <p:cNvPicPr preferRelativeResize="0"/>
          <p:nvPr/>
        </p:nvPicPr>
        <p:blipFill>
          <a:blip r:embed="rId1"/>
          <a:stretch>
            <a:fillRect/>
          </a:stretch>
        </p:blipFill>
        <p:spPr>
          <a:xfrm>
            <a:off x="392475" y="1152475"/>
            <a:ext cx="4562525" cy="27703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0" y="63429"/>
            <a:ext cx="9144000" cy="501664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308309" y="0"/>
            <a:ext cx="8527382" cy="514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Shape 99"/>
          <p:cNvSpPr txBox="1">
            <a:spLocks noGrp="1"/>
          </p:cNvSpPr>
          <p:nvPr>
            <p:ph type="title"/>
          </p:nvPr>
        </p:nvSpPr>
        <p:spPr>
          <a:prstGeom prst="rect">
            <a:avLst/>
          </a:prstGeom>
        </p:spPr>
        <p:txBody>
          <a:bodyPr wrap="square" lIns="91425" tIns="91425" rIns="91425" bIns="91425" anchor="t" anchorCtr="0">
            <a:noAutofit/>
          </a:bodyPr>
          <a:lstStyle/>
          <a:p>
            <a:pPr marL="0" lvl="0" indent="-69850">
              <a:spcBef>
                <a:spcPts val="0"/>
              </a:spcBef>
              <a:buClr>
                <a:schemeClr val="dk1"/>
              </a:buClr>
              <a:buSzPts val="1100"/>
              <a:buFont typeface="Arial" panose="020B0604020202090204"/>
              <a:buNone/>
            </a:pPr>
            <a:r>
              <a:rPr lang="en-GB"/>
              <a:t>Persistent (Stored) XSS Attack</a:t>
            </a:r>
            <a:endParaRPr lang="en-GB"/>
          </a:p>
        </p:txBody>
      </p:sp>
      <p:sp>
        <p:nvSpPr>
          <p:cNvPr id="100" name="Shape 100"/>
          <p:cNvSpPr txBox="1">
            <a:spLocks noGrp="1"/>
          </p:cNvSpPr>
          <p:nvPr>
            <p:ph type="body" idx="1"/>
          </p:nvPr>
        </p:nvSpPr>
        <p:spPr>
          <a:prstGeom prst="rect">
            <a:avLst/>
          </a:prstGeom>
        </p:spPr>
        <p:txBody>
          <a:bodyPr wrap="square" lIns="91425" tIns="91425" rIns="91425" bIns="91425" anchor="t" anchorCtr="0">
            <a:noAutofit/>
          </a:bodyPr>
          <a:lstStyle/>
          <a:p>
            <a:pPr marL="457200" lvl="0" indent="-342900">
              <a:spcBef>
                <a:spcPts val="0"/>
              </a:spcBef>
              <a:spcAft>
                <a:spcPts val="600"/>
              </a:spcAft>
              <a:buClr>
                <a:srgbClr val="000000"/>
              </a:buClr>
              <a:buSzPts val="1800"/>
              <a:buChar char="●"/>
            </a:pPr>
            <a:r>
              <a:rPr lang="en-GB" dirty="0">
                <a:solidFill>
                  <a:srgbClr val="000000"/>
                </a:solidFill>
              </a:rPr>
              <a:t>These channels are supposed to be data channels. </a:t>
            </a:r>
            <a:endParaRPr lang="en-GB" dirty="0">
              <a:solidFill>
                <a:srgbClr val="000000"/>
              </a:solidFill>
            </a:endParaRPr>
          </a:p>
          <a:p>
            <a:pPr marL="457200" lvl="0" indent="-342900">
              <a:spcBef>
                <a:spcPts val="0"/>
              </a:spcBef>
              <a:spcAft>
                <a:spcPts val="600"/>
              </a:spcAft>
              <a:buClr>
                <a:srgbClr val="000000"/>
              </a:buClr>
              <a:buSzPts val="1800"/>
              <a:buChar char="●"/>
            </a:pPr>
            <a:r>
              <a:rPr lang="en-GB" dirty="0">
                <a:solidFill>
                  <a:srgbClr val="000000"/>
                </a:solidFill>
              </a:rPr>
              <a:t>But data provided by users can contain HTML </a:t>
            </a:r>
            <a:r>
              <a:rPr lang="en-GB" dirty="0" err="1">
                <a:solidFill>
                  <a:srgbClr val="000000"/>
                </a:solidFill>
              </a:rPr>
              <a:t>markups</a:t>
            </a:r>
            <a:r>
              <a:rPr lang="en-GB" dirty="0">
                <a:solidFill>
                  <a:srgbClr val="000000"/>
                </a:solidFill>
              </a:rPr>
              <a:t> and JavaScript code.</a:t>
            </a:r>
            <a:endParaRPr lang="en-GB" dirty="0">
              <a:solidFill>
                <a:srgbClr val="000000"/>
              </a:solidFill>
            </a:endParaRPr>
          </a:p>
          <a:p>
            <a:pPr marL="457200" lvl="0" indent="-342900">
              <a:spcBef>
                <a:spcPts val="0"/>
              </a:spcBef>
              <a:spcAft>
                <a:spcPts val="600"/>
              </a:spcAft>
              <a:buClr>
                <a:srgbClr val="000000"/>
              </a:buClr>
              <a:buSzPts val="1800"/>
              <a:buChar char="●"/>
            </a:pPr>
            <a:r>
              <a:rPr lang="en-GB" dirty="0">
                <a:solidFill>
                  <a:srgbClr val="000000"/>
                </a:solidFill>
              </a:rPr>
              <a:t>If the input is not sanitized properly by the website, it is sent to other users’ browsers through the channel and gets executed by the browsers.</a:t>
            </a:r>
            <a:endParaRPr lang="en-GB" dirty="0">
              <a:solidFill>
                <a:srgbClr val="000000"/>
              </a:solidFill>
            </a:endParaRPr>
          </a:p>
          <a:p>
            <a:pPr marL="457200" lvl="0" indent="-342900">
              <a:spcBef>
                <a:spcPts val="0"/>
              </a:spcBef>
              <a:spcAft>
                <a:spcPts val="600"/>
              </a:spcAft>
              <a:buClr>
                <a:srgbClr val="000000"/>
              </a:buClr>
              <a:buSzPts val="1800"/>
              <a:buChar char="●"/>
            </a:pPr>
            <a:r>
              <a:rPr lang="en-GB" dirty="0">
                <a:solidFill>
                  <a:srgbClr val="000000"/>
                </a:solidFill>
              </a:rPr>
              <a:t>Browsers consider it like any other code coming from the website. Therefore, the code is given the same privileges as that from the website.</a:t>
            </a:r>
            <a:endParaRPr lang="en-GB" dirty="0">
              <a:solidFill>
                <a:srgbClr val="00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Shape 105"/>
          <p:cNvSpPr txBox="1">
            <a:spLocks noGrp="1"/>
          </p:cNvSpPr>
          <p:nvPr>
            <p:ph type="title"/>
          </p:nvPr>
        </p:nvSpPr>
        <p:spPr>
          <a:prstGeom prst="rect">
            <a:avLst/>
          </a:prstGeom>
        </p:spPr>
        <p:txBody>
          <a:bodyPr wrap="square" lIns="91425" tIns="91425" rIns="91425" bIns="91425" anchor="t" anchorCtr="0">
            <a:noAutofit/>
          </a:bodyPr>
          <a:lstStyle/>
          <a:p>
            <a:pPr marL="0" lvl="0" indent="0">
              <a:spcBef>
                <a:spcPts val="0"/>
              </a:spcBef>
              <a:buNone/>
            </a:pPr>
            <a:r>
              <a:rPr lang="en-GB" dirty="0"/>
              <a:t>Damage Caused by XSS</a:t>
            </a:r>
            <a:endParaRPr lang="en-GB" dirty="0"/>
          </a:p>
        </p:txBody>
      </p:sp>
      <p:sp>
        <p:nvSpPr>
          <p:cNvPr id="106" name="Shape 106"/>
          <p:cNvSpPr txBox="1">
            <a:spLocks noGrp="1"/>
          </p:cNvSpPr>
          <p:nvPr>
            <p:ph type="body" idx="1"/>
          </p:nvPr>
        </p:nvSpPr>
        <p:spPr>
          <a:prstGeom prst="rect">
            <a:avLst/>
          </a:prstGeom>
        </p:spPr>
        <p:txBody>
          <a:bodyPr wrap="square" lIns="91425" tIns="91425" rIns="91425" bIns="91425" anchor="t" anchorCtr="0">
            <a:noAutofit/>
          </a:bodyPr>
          <a:lstStyle/>
          <a:p>
            <a:pPr marL="0" lvl="0" indent="0">
              <a:spcBef>
                <a:spcPts val="0"/>
              </a:spcBef>
              <a:buNone/>
            </a:pPr>
            <a:r>
              <a:rPr lang="en-GB" u="sng" dirty="0">
                <a:solidFill>
                  <a:srgbClr val="000000"/>
                </a:solidFill>
              </a:rPr>
              <a:t>Spoofing requests</a:t>
            </a:r>
            <a:r>
              <a:rPr lang="en-GB" dirty="0">
                <a:solidFill>
                  <a:srgbClr val="000000"/>
                </a:solidFill>
              </a:rPr>
              <a:t>: The injected JavaScript code can send HTTP requests to the server on behalf of the user. (Discussed in later slides)</a:t>
            </a:r>
            <a:endParaRPr lang="en-GB" dirty="0">
              <a:solidFill>
                <a:srgbClr val="000000"/>
              </a:solidFill>
            </a:endParaRPr>
          </a:p>
          <a:p>
            <a:pPr marL="0" lvl="0" indent="0">
              <a:spcBef>
                <a:spcPts val="0"/>
              </a:spcBef>
              <a:buNone/>
            </a:pPr>
            <a:endParaRPr lang="en-GB" u="sng" dirty="0">
              <a:solidFill>
                <a:srgbClr val="000000"/>
              </a:solidFill>
            </a:endParaRPr>
          </a:p>
          <a:p>
            <a:pPr marL="0" lvl="0" indent="0">
              <a:spcBef>
                <a:spcPts val="0"/>
              </a:spcBef>
              <a:buNone/>
            </a:pPr>
            <a:r>
              <a:rPr lang="en-GB" u="sng" dirty="0">
                <a:solidFill>
                  <a:srgbClr val="000000"/>
                </a:solidFill>
              </a:rPr>
              <a:t>Stealing information: </a:t>
            </a:r>
            <a:r>
              <a:rPr lang="en-GB" dirty="0">
                <a:solidFill>
                  <a:srgbClr val="000000"/>
                </a:solidFill>
              </a:rPr>
              <a:t>The injected JavaScript code can also steal victim’s private data including the session cookies, personal data displayed on the web page, data stored locally by the web application.</a:t>
            </a:r>
            <a:endParaRPr lang="en-GB" dirty="0">
              <a:solidFill>
                <a:srgbClr val="00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Shape 111"/>
          <p:cNvSpPr txBox="1">
            <a:spLocks noGrp="1"/>
          </p:cNvSpPr>
          <p:nvPr>
            <p:ph type="title"/>
          </p:nvPr>
        </p:nvSpPr>
        <p:spPr>
          <a:prstGeom prst="rect">
            <a:avLst/>
          </a:prstGeom>
        </p:spPr>
        <p:txBody>
          <a:bodyPr wrap="square" lIns="91425" tIns="91425" rIns="91425" bIns="91425" anchor="t" anchorCtr="0">
            <a:noAutofit/>
          </a:bodyPr>
          <a:lstStyle/>
          <a:p>
            <a:pPr marL="0" lvl="0" indent="0">
              <a:spcBef>
                <a:spcPts val="0"/>
              </a:spcBef>
              <a:buNone/>
            </a:pPr>
            <a:r>
              <a:rPr lang="en-GB"/>
              <a:t>Environment Setup</a:t>
            </a:r>
            <a:endParaRPr lang="en-GB"/>
          </a:p>
          <a:p>
            <a:pPr marL="0" lvl="0" indent="0">
              <a:spcBef>
                <a:spcPts val="0"/>
              </a:spcBef>
              <a:buNone/>
            </a:pPr>
            <a:r>
              <a:rPr lang="en-GB"/>
              <a:t> </a:t>
            </a:r>
            <a:endParaRPr lang="en-GB"/>
          </a:p>
        </p:txBody>
      </p:sp>
      <p:sp>
        <p:nvSpPr>
          <p:cNvPr id="112" name="Shape 112"/>
          <p:cNvSpPr txBox="1">
            <a:spLocks noGrp="1"/>
          </p:cNvSpPr>
          <p:nvPr>
            <p:ph type="body" idx="1"/>
          </p:nvPr>
        </p:nvSpPr>
        <p:spPr>
          <a:xfrm>
            <a:off x="311700" y="1152475"/>
            <a:ext cx="8520600" cy="1715012"/>
          </a:xfrm>
          <a:prstGeom prst="rect">
            <a:avLst/>
          </a:prstGeom>
        </p:spPr>
        <p:txBody>
          <a:bodyPr wrap="square" lIns="91425" tIns="91425" rIns="91425" bIns="91425" anchor="t" anchorCtr="0">
            <a:noAutofit/>
          </a:bodyPr>
          <a:lstStyle/>
          <a:p>
            <a:pPr marL="457200" lvl="0" indent="-342900" rtl="0">
              <a:spcBef>
                <a:spcPts val="0"/>
              </a:spcBef>
              <a:spcAft>
                <a:spcPts val="600"/>
              </a:spcAft>
              <a:buClr>
                <a:schemeClr val="dk1"/>
              </a:buClr>
              <a:buSzPts val="1800"/>
              <a:buChar char="●"/>
            </a:pPr>
            <a:r>
              <a:rPr lang="en-GB" dirty="0">
                <a:solidFill>
                  <a:schemeClr val="dk1"/>
                </a:solidFill>
              </a:rPr>
              <a:t>Elgg: open-source web application for social networking with disabled countermeasures for XSS.</a:t>
            </a:r>
            <a:endParaRPr lang="en-GB" dirty="0">
              <a:solidFill>
                <a:schemeClr val="dk1"/>
              </a:solidFill>
            </a:endParaRPr>
          </a:p>
          <a:p>
            <a:pPr marL="457200" lvl="0" indent="-342900" rtl="0">
              <a:spcBef>
                <a:spcPts val="0"/>
              </a:spcBef>
              <a:spcAft>
                <a:spcPts val="600"/>
              </a:spcAft>
              <a:buClr>
                <a:schemeClr val="dk1"/>
              </a:buClr>
              <a:buSzPts val="1800"/>
              <a:buChar char="●"/>
            </a:pPr>
            <a:r>
              <a:rPr lang="en-GB" dirty="0">
                <a:solidFill>
                  <a:schemeClr val="dk1"/>
                </a:solidFill>
              </a:rPr>
              <a:t>Elgg website : </a:t>
            </a:r>
            <a:r>
              <a:rPr lang="en-GB" u="sng" dirty="0">
                <a:solidFill>
                  <a:schemeClr val="dk1"/>
                </a:solidFill>
                <a:hlinkClick r:id="rId1"/>
              </a:rPr>
              <a:t>http://www.xsslabelgg.com</a:t>
            </a:r>
            <a:endParaRPr lang="en-GB" u="sng" dirty="0">
              <a:solidFill>
                <a:schemeClr val="dk1"/>
              </a:solidFill>
            </a:endParaRPr>
          </a:p>
          <a:p>
            <a:pPr marL="457200" lvl="0" indent="-342900" rtl="0">
              <a:spcBef>
                <a:spcPts val="0"/>
              </a:spcBef>
              <a:spcAft>
                <a:spcPts val="600"/>
              </a:spcAft>
              <a:buClr>
                <a:schemeClr val="dk1"/>
              </a:buClr>
              <a:buSzPts val="1800"/>
              <a:buChar char="●"/>
            </a:pPr>
            <a:r>
              <a:rPr lang="en-GB" dirty="0">
                <a:solidFill>
                  <a:schemeClr val="dk1"/>
                </a:solidFill>
              </a:rPr>
              <a:t>The website is hosted on </a:t>
            </a:r>
            <a:r>
              <a:rPr lang="en-GB" dirty="0" err="1">
                <a:solidFill>
                  <a:schemeClr val="dk1"/>
                </a:solidFill>
              </a:rPr>
              <a:t>localhost</a:t>
            </a:r>
            <a:r>
              <a:rPr lang="en-GB" dirty="0">
                <a:solidFill>
                  <a:schemeClr val="dk1"/>
                </a:solidFill>
              </a:rPr>
              <a:t> via Apache’s Virtual Hosting</a:t>
            </a:r>
            <a:endParaRPr lang="en-GB" dirty="0">
              <a:solidFill>
                <a:schemeClr val="dk1"/>
              </a:solidFill>
            </a:endParaRPr>
          </a:p>
        </p:txBody>
      </p:sp>
      <p:pic>
        <p:nvPicPr>
          <p:cNvPr id="113" name="Shape 113"/>
          <p:cNvPicPr preferRelativeResize="0"/>
          <p:nvPr/>
        </p:nvPicPr>
        <p:blipFill>
          <a:blip r:embed="rId2"/>
          <a:stretch>
            <a:fillRect/>
          </a:stretch>
        </p:blipFill>
        <p:spPr>
          <a:xfrm>
            <a:off x="879496" y="3002237"/>
            <a:ext cx="7421125" cy="111032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Shape 118"/>
          <p:cNvSpPr txBox="1">
            <a:spLocks noGrp="1"/>
          </p:cNvSpPr>
          <p:nvPr>
            <p:ph type="title"/>
          </p:nvPr>
        </p:nvSpPr>
        <p:spPr>
          <a:prstGeom prst="rect">
            <a:avLst/>
          </a:prstGeom>
        </p:spPr>
        <p:txBody>
          <a:bodyPr wrap="square" lIns="91425" tIns="91425" rIns="91425" bIns="91425" anchor="t" anchorCtr="0">
            <a:noAutofit/>
          </a:bodyPr>
          <a:lstStyle/>
          <a:p>
            <a:pPr marL="0" lvl="0" indent="0">
              <a:spcBef>
                <a:spcPts val="0"/>
              </a:spcBef>
              <a:buNone/>
            </a:pPr>
            <a:r>
              <a:rPr lang="en-GB"/>
              <a:t>Attack Surfaces for XSS attack</a:t>
            </a:r>
            <a:endParaRPr lang="en-GB"/>
          </a:p>
        </p:txBody>
      </p:sp>
      <p:sp>
        <p:nvSpPr>
          <p:cNvPr id="119" name="Shape 119"/>
          <p:cNvSpPr txBox="1">
            <a:spLocks noGrp="1"/>
          </p:cNvSpPr>
          <p:nvPr>
            <p:ph type="body" idx="1"/>
          </p:nvPr>
        </p:nvSpPr>
        <p:spPr>
          <a:prstGeom prst="rect">
            <a:avLst/>
          </a:prstGeom>
        </p:spPr>
        <p:txBody>
          <a:bodyPr wrap="square" lIns="91425" tIns="91425" rIns="91425" bIns="91425" anchor="t" anchorCtr="0">
            <a:noAutofit/>
          </a:bodyPr>
          <a:lstStyle/>
          <a:p>
            <a:pPr marL="457200" lvl="0" indent="-342900">
              <a:spcBef>
                <a:spcPts val="0"/>
              </a:spcBef>
              <a:spcAft>
                <a:spcPts val="600"/>
              </a:spcAft>
              <a:buClr>
                <a:srgbClr val="000000"/>
              </a:buClr>
              <a:buSzPts val="1800"/>
              <a:buChar char="●"/>
            </a:pPr>
            <a:r>
              <a:rPr lang="en-GB" dirty="0">
                <a:solidFill>
                  <a:srgbClr val="000000"/>
                </a:solidFill>
              </a:rPr>
              <a:t>To launch an attack, we need to find places where we can inject JavaScript code.</a:t>
            </a:r>
            <a:endParaRPr lang="en-GB" dirty="0">
              <a:solidFill>
                <a:srgbClr val="000000"/>
              </a:solidFill>
            </a:endParaRPr>
          </a:p>
          <a:p>
            <a:pPr marL="457200" lvl="0" indent="-342900">
              <a:spcBef>
                <a:spcPts val="0"/>
              </a:spcBef>
              <a:spcAft>
                <a:spcPts val="600"/>
              </a:spcAft>
              <a:buClr>
                <a:srgbClr val="000000"/>
              </a:buClr>
              <a:buSzPts val="1800"/>
              <a:buChar char="●"/>
            </a:pPr>
            <a:r>
              <a:rPr lang="en-GB" dirty="0">
                <a:solidFill>
                  <a:srgbClr val="000000"/>
                </a:solidFill>
              </a:rPr>
              <a:t>These input fields are potential attack surfaces wherein attackers can put JavaScript code.</a:t>
            </a:r>
            <a:endParaRPr lang="en-GB" dirty="0">
              <a:solidFill>
                <a:srgbClr val="000000"/>
              </a:solidFill>
            </a:endParaRPr>
          </a:p>
          <a:p>
            <a:pPr marL="457200" lvl="0" indent="-342900">
              <a:spcBef>
                <a:spcPts val="0"/>
              </a:spcBef>
              <a:spcAft>
                <a:spcPts val="600"/>
              </a:spcAft>
              <a:buClr>
                <a:srgbClr val="000000"/>
              </a:buClr>
              <a:buSzPts val="1800"/>
              <a:buChar char="●"/>
            </a:pPr>
            <a:r>
              <a:rPr lang="en-GB" dirty="0">
                <a:solidFill>
                  <a:srgbClr val="000000"/>
                </a:solidFill>
              </a:rPr>
              <a:t>If the web application doesn’t remove the code, the code can be triggered on the browser and cause damage.</a:t>
            </a:r>
            <a:endParaRPr lang="en-GB" dirty="0">
              <a:solidFill>
                <a:srgbClr val="000000"/>
              </a:solidFill>
            </a:endParaRPr>
          </a:p>
          <a:p>
            <a:pPr marL="457200" lvl="0" indent="-342900">
              <a:spcBef>
                <a:spcPts val="0"/>
              </a:spcBef>
              <a:spcAft>
                <a:spcPts val="600"/>
              </a:spcAft>
              <a:buClr>
                <a:srgbClr val="000000"/>
              </a:buClr>
              <a:buSzPts val="1800"/>
              <a:buChar char="●"/>
            </a:pPr>
            <a:r>
              <a:rPr lang="en-GB" dirty="0">
                <a:solidFill>
                  <a:srgbClr val="000000"/>
                </a:solidFill>
              </a:rPr>
              <a:t>In our task, we will insert our code in the “Brief Description” field, so that when Alice views </a:t>
            </a:r>
            <a:r>
              <a:rPr lang="en-GB" dirty="0" err="1">
                <a:solidFill>
                  <a:srgbClr val="000000"/>
                </a:solidFill>
              </a:rPr>
              <a:t>Samy’s</a:t>
            </a:r>
            <a:r>
              <a:rPr lang="en-GB" dirty="0">
                <a:solidFill>
                  <a:srgbClr val="000000"/>
                </a:solidFill>
              </a:rPr>
              <a:t> profile, the code gets executed with a simple message.</a:t>
            </a:r>
            <a:endParaRPr lang="en-GB" dirty="0">
              <a:solidFill>
                <a:srgbClr val="00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Shape 124"/>
          <p:cNvSpPr txBox="1">
            <a:spLocks noGrp="1"/>
          </p:cNvSpPr>
          <p:nvPr>
            <p:ph type="title"/>
          </p:nvPr>
        </p:nvSpPr>
        <p:spPr>
          <a:prstGeom prst="rect">
            <a:avLst/>
          </a:prstGeom>
        </p:spPr>
        <p:txBody>
          <a:bodyPr wrap="square" lIns="91425" tIns="91425" rIns="91425" bIns="91425" anchor="t" anchorCtr="0">
            <a:noAutofit/>
          </a:bodyPr>
          <a:lstStyle/>
          <a:p>
            <a:pPr marL="0" lvl="0" indent="0">
              <a:spcBef>
                <a:spcPts val="0"/>
              </a:spcBef>
              <a:buNone/>
            </a:pPr>
            <a:r>
              <a:rPr lang="en-GB"/>
              <a:t>XSS Attacks to Befriend with Others</a:t>
            </a:r>
            <a:endParaRPr lang="en-GB"/>
          </a:p>
        </p:txBody>
      </p:sp>
      <p:sp>
        <p:nvSpPr>
          <p:cNvPr id="125" name="Shape 125"/>
          <p:cNvSpPr txBox="1"/>
          <p:nvPr/>
        </p:nvSpPr>
        <p:spPr>
          <a:xfrm>
            <a:off x="311700" y="1067784"/>
            <a:ext cx="7884900" cy="3864300"/>
          </a:xfrm>
          <a:prstGeom prst="rect">
            <a:avLst/>
          </a:prstGeom>
          <a:noFill/>
          <a:ln>
            <a:noFill/>
          </a:ln>
        </p:spPr>
        <p:txBody>
          <a:bodyPr wrap="square" lIns="91425" tIns="91425" rIns="91425" bIns="91425" anchor="t" anchorCtr="0">
            <a:noAutofit/>
          </a:bodyPr>
          <a:lstStyle/>
          <a:p>
            <a:pPr marL="0" lvl="0" indent="0" rtl="0">
              <a:spcBef>
                <a:spcPts val="0"/>
              </a:spcBef>
              <a:buNone/>
            </a:pPr>
            <a:r>
              <a:rPr lang="en-GB" sz="1800" b="1" u="sng" dirty="0">
                <a:solidFill>
                  <a:srgbClr val="FF0000"/>
                </a:solidFill>
              </a:rPr>
              <a:t>Goal: </a:t>
            </a:r>
            <a:r>
              <a:rPr lang="en-GB" sz="1800" b="1" dirty="0">
                <a:solidFill>
                  <a:srgbClr val="FF0000"/>
                </a:solidFill>
              </a:rPr>
              <a:t> Add Samy to other people’s friend list without their consent.</a:t>
            </a:r>
            <a:endParaRPr lang="en-GB" sz="1800" b="1" dirty="0">
              <a:solidFill>
                <a:srgbClr val="FF0000"/>
              </a:solidFill>
            </a:endParaRPr>
          </a:p>
          <a:p>
            <a:pPr marL="0" lvl="0" indent="0" rtl="0">
              <a:spcBef>
                <a:spcPts val="0"/>
              </a:spcBef>
              <a:buNone/>
            </a:pPr>
            <a:endParaRPr sz="1800" b="1" dirty="0">
              <a:solidFill>
                <a:srgbClr val="FF0000"/>
              </a:solidFill>
            </a:endParaRPr>
          </a:p>
          <a:p>
            <a:pPr marL="0" lvl="0" indent="0" rtl="0">
              <a:spcBef>
                <a:spcPts val="0"/>
              </a:spcBef>
              <a:buNone/>
            </a:pPr>
            <a:r>
              <a:rPr lang="en-GB" sz="1800" u="sng" dirty="0"/>
              <a:t>Investigation taken by attacker Samy:</a:t>
            </a:r>
            <a:endParaRPr lang="en-GB" sz="1800" u="sng" dirty="0"/>
          </a:p>
          <a:p>
            <a:pPr marL="0" lvl="0" indent="0" rtl="0">
              <a:spcBef>
                <a:spcPts val="0"/>
              </a:spcBef>
              <a:buNone/>
            </a:pPr>
            <a:endParaRPr sz="1100" dirty="0"/>
          </a:p>
          <a:p>
            <a:pPr marL="457200" lvl="0" indent="-342900" rtl="0">
              <a:spcBef>
                <a:spcPts val="0"/>
              </a:spcBef>
              <a:spcAft>
                <a:spcPts val="600"/>
              </a:spcAft>
              <a:buSzPts val="1800"/>
              <a:buChar char="●"/>
            </a:pPr>
            <a:r>
              <a:rPr lang="en-GB" sz="1800" dirty="0"/>
              <a:t>Samy clicks “add-friend” button from Charlie’s account (discussed in CSRF) to add himself to Charlie’s friend list.</a:t>
            </a:r>
            <a:endParaRPr lang="en-GB" sz="1800" dirty="0"/>
          </a:p>
          <a:p>
            <a:pPr marL="457200" lvl="0" indent="-342900" rtl="0">
              <a:spcBef>
                <a:spcPts val="0"/>
              </a:spcBef>
              <a:spcAft>
                <a:spcPts val="600"/>
              </a:spcAft>
              <a:buSzPts val="1800"/>
              <a:buChar char="●"/>
            </a:pPr>
            <a:r>
              <a:rPr lang="en-GB" sz="1800" dirty="0"/>
              <a:t>Using Firefox’s LiveHTTPHeader extension, he captures the add-friend request.</a:t>
            </a:r>
            <a:endParaRPr lang="en-GB"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Shape 130"/>
          <p:cNvSpPr txBox="1">
            <a:spLocks noGrp="1"/>
          </p:cNvSpPr>
          <p:nvPr>
            <p:ph type="title"/>
          </p:nvPr>
        </p:nvSpPr>
        <p:spPr>
          <a:prstGeom prst="rect">
            <a:avLst/>
          </a:prstGeom>
        </p:spPr>
        <p:txBody>
          <a:bodyPr wrap="square" lIns="91425" tIns="91425" rIns="91425" bIns="91425" anchor="t" anchorCtr="0">
            <a:noAutofit/>
          </a:bodyPr>
          <a:lstStyle/>
          <a:p>
            <a:pPr marL="0" lvl="0" indent="-69850">
              <a:spcBef>
                <a:spcPts val="0"/>
              </a:spcBef>
              <a:buClr>
                <a:schemeClr val="dk1"/>
              </a:buClr>
              <a:buSzPts val="1100"/>
              <a:buFont typeface="Arial" panose="020B0604020202090204"/>
              <a:buNone/>
            </a:pPr>
            <a:r>
              <a:rPr lang="en-GB"/>
              <a:t>XSS Attacks to Befriend with Others</a:t>
            </a:r>
            <a:endParaRPr lang="en-GB"/>
          </a:p>
        </p:txBody>
      </p:sp>
      <p:sp>
        <p:nvSpPr>
          <p:cNvPr id="132" name="Shape 132"/>
          <p:cNvSpPr txBox="1"/>
          <p:nvPr/>
        </p:nvSpPr>
        <p:spPr>
          <a:xfrm>
            <a:off x="6449797" y="1043239"/>
            <a:ext cx="2552100" cy="3617538"/>
          </a:xfrm>
          <a:prstGeom prst="rect">
            <a:avLst/>
          </a:prstGeom>
          <a:noFill/>
          <a:ln>
            <a:noFill/>
          </a:ln>
        </p:spPr>
        <p:txBody>
          <a:bodyPr wrap="square" lIns="91425" tIns="91425" rIns="91425" bIns="91425" anchor="t" anchorCtr="0">
            <a:noAutofit/>
          </a:bodyPr>
          <a:lstStyle/>
          <a:p>
            <a:pPr marL="0" lvl="0" indent="-69850">
              <a:spcBef>
                <a:spcPts val="0"/>
              </a:spcBef>
              <a:buClr>
                <a:schemeClr val="dk1"/>
              </a:buClr>
              <a:buSzPts val="1100"/>
              <a:buFont typeface="Arial" panose="020B0604020202090204"/>
              <a:buNone/>
            </a:pPr>
            <a:r>
              <a:rPr lang="en-GB" sz="1800" u="sng" dirty="0">
                <a:solidFill>
                  <a:schemeClr val="dk1"/>
                </a:solidFill>
              </a:rPr>
              <a:t>Line </a:t>
            </a:r>
            <a:r>
              <a:rPr lang="en-GB" sz="1800" u="sng" dirty="0">
                <a:solidFill>
                  <a:schemeClr val="dk1"/>
                </a:solidFill>
                <a:latin typeface="Arial Unicode MS" panose="020B0604020202020204" pitchFamily="34" charset="-128"/>
                <a:ea typeface="Arial Unicode MS" panose="020B0604020202020204" pitchFamily="34" charset="-128"/>
                <a:cs typeface="Arial Unicode MS" panose="020B0604020202020204" pitchFamily="34" charset="-128"/>
              </a:rPr>
              <a:t>①</a:t>
            </a:r>
            <a:r>
              <a:rPr lang="en-GB" sz="1800" u="sng" dirty="0">
                <a:solidFill>
                  <a:schemeClr val="dk1"/>
                </a:solidFill>
              </a:rPr>
              <a:t>:</a:t>
            </a:r>
            <a:r>
              <a:rPr lang="en-GB" sz="1800" dirty="0">
                <a:solidFill>
                  <a:schemeClr val="dk1"/>
                </a:solidFill>
              </a:rPr>
              <a:t> URL of </a:t>
            </a:r>
            <a:r>
              <a:rPr lang="en-GB" sz="1800" dirty="0" err="1">
                <a:solidFill>
                  <a:schemeClr val="dk1"/>
                </a:solidFill>
              </a:rPr>
              <a:t>Elgg’s</a:t>
            </a:r>
            <a:r>
              <a:rPr lang="en-GB" sz="1800" dirty="0">
                <a:solidFill>
                  <a:schemeClr val="dk1"/>
                </a:solidFill>
              </a:rPr>
              <a:t> add-friend request. </a:t>
            </a:r>
            <a:r>
              <a:rPr lang="en-GB" sz="1800" dirty="0" err="1">
                <a:solidFill>
                  <a:schemeClr val="dk1"/>
                </a:solidFill>
              </a:rPr>
              <a:t>UserID</a:t>
            </a:r>
            <a:r>
              <a:rPr lang="en-GB" sz="1800" dirty="0">
                <a:solidFill>
                  <a:schemeClr val="dk1"/>
                </a:solidFill>
              </a:rPr>
              <a:t> of the user to be added to the friend list is used. Here, </a:t>
            </a:r>
            <a:r>
              <a:rPr lang="en-GB" sz="1800" dirty="0" err="1">
                <a:solidFill>
                  <a:schemeClr val="dk1"/>
                </a:solidFill>
              </a:rPr>
              <a:t>Samy’s</a:t>
            </a:r>
            <a:r>
              <a:rPr lang="en-GB" sz="1800" dirty="0">
                <a:solidFill>
                  <a:schemeClr val="dk1"/>
                </a:solidFill>
              </a:rPr>
              <a:t> </a:t>
            </a:r>
            <a:r>
              <a:rPr lang="en-GB" sz="1800" dirty="0" err="1">
                <a:solidFill>
                  <a:schemeClr val="dk1"/>
                </a:solidFill>
              </a:rPr>
              <a:t>UserID</a:t>
            </a:r>
            <a:r>
              <a:rPr lang="en-GB" sz="1800" dirty="0">
                <a:solidFill>
                  <a:schemeClr val="dk1"/>
                </a:solidFill>
              </a:rPr>
              <a:t> (GUID) is 47.</a:t>
            </a:r>
            <a:endParaRPr lang="en-GB" sz="1800" dirty="0">
              <a:solidFill>
                <a:schemeClr val="dk1"/>
              </a:solidFill>
            </a:endParaRPr>
          </a:p>
          <a:p>
            <a:pPr marL="0" lvl="0" indent="-69850">
              <a:spcBef>
                <a:spcPts val="0"/>
              </a:spcBef>
              <a:buClr>
                <a:schemeClr val="dk1"/>
              </a:buClr>
              <a:buSzPts val="1100"/>
              <a:buFont typeface="Arial" panose="020B0604020202090204"/>
              <a:buNone/>
            </a:pPr>
            <a:endParaRPr sz="1800" dirty="0">
              <a:solidFill>
                <a:schemeClr val="dk1"/>
              </a:solidFill>
            </a:endParaRPr>
          </a:p>
          <a:p>
            <a:pPr marL="0" lvl="0" indent="-69850">
              <a:spcBef>
                <a:spcPts val="0"/>
              </a:spcBef>
              <a:buClr>
                <a:schemeClr val="dk1"/>
              </a:buClr>
              <a:buSzPts val="1100"/>
              <a:buFont typeface="Arial" panose="020B0604020202090204"/>
              <a:buNone/>
            </a:pPr>
            <a:r>
              <a:rPr lang="en-GB" sz="1800" u="sng" dirty="0">
                <a:solidFill>
                  <a:schemeClr val="dk1"/>
                </a:solidFill>
              </a:rPr>
              <a:t>Line </a:t>
            </a:r>
            <a:r>
              <a:rPr lang="en-GB" sz="1800" u="sng" dirty="0">
                <a:solidFill>
                  <a:schemeClr val="dk1"/>
                </a:solidFill>
                <a:latin typeface="Arial Unicode MS" panose="020B0604020202020204" pitchFamily="34" charset="-128"/>
                <a:ea typeface="Arial Unicode MS" panose="020B0604020202020204" pitchFamily="34" charset="-128"/>
                <a:cs typeface="Arial Unicode MS" panose="020B0604020202020204" pitchFamily="34" charset="-128"/>
              </a:rPr>
              <a:t>②</a:t>
            </a:r>
            <a:r>
              <a:rPr lang="en-GB" sz="1800" u="sng" dirty="0">
                <a:solidFill>
                  <a:schemeClr val="dk1"/>
                </a:solidFill>
              </a:rPr>
              <a:t>:</a:t>
            </a:r>
            <a:r>
              <a:rPr lang="en-GB" sz="1800" dirty="0">
                <a:solidFill>
                  <a:schemeClr val="dk1"/>
                </a:solidFill>
              </a:rPr>
              <a:t> </a:t>
            </a:r>
            <a:r>
              <a:rPr lang="en-GB" sz="1800" dirty="0" err="1">
                <a:solidFill>
                  <a:schemeClr val="dk1"/>
                </a:solidFill>
              </a:rPr>
              <a:t>Elgg’s</a:t>
            </a:r>
            <a:r>
              <a:rPr lang="en-GB" sz="1800" dirty="0">
                <a:solidFill>
                  <a:schemeClr val="dk1"/>
                </a:solidFill>
              </a:rPr>
              <a:t> countermeasure against CSRF attacks (this is now enabled).</a:t>
            </a:r>
            <a:endParaRPr lang="en-GB" sz="1800" dirty="0">
              <a:solidFill>
                <a:schemeClr val="dk1"/>
              </a:solidFill>
            </a:endParaRPr>
          </a:p>
        </p:txBody>
      </p:sp>
      <p:sp>
        <p:nvSpPr>
          <p:cNvPr id="133" name="Shape 133"/>
          <p:cNvSpPr txBox="1"/>
          <p:nvPr/>
        </p:nvSpPr>
        <p:spPr>
          <a:xfrm>
            <a:off x="440600" y="3459375"/>
            <a:ext cx="5889600" cy="1488300"/>
          </a:xfrm>
          <a:prstGeom prst="rect">
            <a:avLst/>
          </a:prstGeom>
          <a:noFill/>
          <a:ln>
            <a:noFill/>
          </a:ln>
        </p:spPr>
        <p:txBody>
          <a:bodyPr wrap="square" lIns="91425" tIns="91425" rIns="91425" bIns="91425" anchor="ctr" anchorCtr="0">
            <a:noAutofit/>
          </a:bodyPr>
          <a:lstStyle/>
          <a:p>
            <a:pPr marL="0" lvl="0" indent="0" rtl="0">
              <a:spcBef>
                <a:spcPts val="0"/>
              </a:spcBef>
              <a:buNone/>
            </a:pPr>
            <a:r>
              <a:rPr lang="en-GB" sz="1800" u="sng" dirty="0">
                <a:solidFill>
                  <a:schemeClr val="dk1"/>
                </a:solidFill>
              </a:rPr>
              <a:t>Line </a:t>
            </a:r>
            <a:r>
              <a:rPr lang="en-GB" sz="1800" u="sng" dirty="0">
                <a:solidFill>
                  <a:schemeClr val="dk1"/>
                </a:solidFill>
                <a:latin typeface="Arial Unicode MS" panose="020B0604020202020204" pitchFamily="34" charset="-128"/>
                <a:ea typeface="Arial Unicode MS" panose="020B0604020202020204" pitchFamily="34" charset="-128"/>
                <a:cs typeface="Arial Unicode MS" panose="020B0604020202020204" pitchFamily="34" charset="-128"/>
              </a:rPr>
              <a:t>③</a:t>
            </a:r>
            <a:r>
              <a:rPr lang="en-GB" sz="1800" u="sng" dirty="0">
                <a:solidFill>
                  <a:schemeClr val="dk1"/>
                </a:solidFill>
              </a:rPr>
              <a:t>:</a:t>
            </a:r>
            <a:r>
              <a:rPr lang="en-GB" sz="1800" dirty="0">
                <a:solidFill>
                  <a:schemeClr val="dk1"/>
                </a:solidFill>
              </a:rPr>
              <a:t> Session cookie which is unique for each user. It is automatically sent by browsers. Here, if the attacker wants to access the cookies, it will be allowed as the JavaScript code is from Elgg website and not a third-party page like in CSRF.</a:t>
            </a:r>
            <a:endParaRPr lang="en-GB" sz="1800" dirty="0">
              <a:solidFill>
                <a:schemeClr val="dk1"/>
              </a:solidFill>
            </a:endParaRPr>
          </a:p>
        </p:txBody>
      </p:sp>
      <p:pic>
        <p:nvPicPr>
          <p:cNvPr id="2" name="Picture 1" descr="Screen Clippin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13248" y="1043240"/>
            <a:ext cx="5411142" cy="245698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Shape 138"/>
          <p:cNvSpPr txBox="1">
            <a:spLocks noGrp="1"/>
          </p:cNvSpPr>
          <p:nvPr>
            <p:ph type="title"/>
          </p:nvPr>
        </p:nvSpPr>
        <p:spPr>
          <a:prstGeom prst="rect">
            <a:avLst/>
          </a:prstGeom>
        </p:spPr>
        <p:txBody>
          <a:bodyPr wrap="square" lIns="91425" tIns="91425" rIns="91425" bIns="91425" anchor="t" anchorCtr="0">
            <a:noAutofit/>
          </a:bodyPr>
          <a:lstStyle/>
          <a:p>
            <a:pPr marL="0" lvl="0" indent="-69850">
              <a:spcBef>
                <a:spcPts val="0"/>
              </a:spcBef>
              <a:buClr>
                <a:schemeClr val="dk1"/>
              </a:buClr>
              <a:buSzPts val="1100"/>
              <a:buFont typeface="Arial" panose="020B0604020202090204"/>
              <a:buNone/>
            </a:pPr>
            <a:r>
              <a:rPr lang="en-GB"/>
              <a:t>XSS Attacks to Befriend with Others</a:t>
            </a:r>
            <a:endParaRPr lang="en-GB"/>
          </a:p>
        </p:txBody>
      </p:sp>
      <p:sp>
        <p:nvSpPr>
          <p:cNvPr id="139" name="Shape 139"/>
          <p:cNvSpPr txBox="1">
            <a:spLocks noGrp="1"/>
          </p:cNvSpPr>
          <p:nvPr>
            <p:ph type="body" idx="1"/>
          </p:nvPr>
        </p:nvSpPr>
        <p:spPr>
          <a:xfrm>
            <a:off x="311700" y="1152475"/>
            <a:ext cx="8520600" cy="1022554"/>
          </a:xfrm>
          <a:prstGeom prst="rect">
            <a:avLst/>
          </a:prstGeom>
        </p:spPr>
        <p:txBody>
          <a:bodyPr wrap="square" lIns="91425" tIns="91425" rIns="91425" bIns="91425" anchor="t" anchorCtr="0">
            <a:noAutofit/>
          </a:bodyPr>
          <a:lstStyle/>
          <a:p>
            <a:pPr marL="0" lvl="0" indent="0">
              <a:spcBef>
                <a:spcPts val="0"/>
              </a:spcBef>
              <a:buNone/>
            </a:pPr>
            <a:r>
              <a:rPr lang="en-GB" dirty="0">
                <a:solidFill>
                  <a:srgbClr val="000000"/>
                </a:solidFill>
              </a:rPr>
              <a:t>The main challenge is to find the values of CSRF countermeasures parameters : _</a:t>
            </a:r>
            <a:r>
              <a:rPr lang="en-GB" dirty="0" err="1">
                <a:solidFill>
                  <a:srgbClr val="000000"/>
                </a:solidFill>
              </a:rPr>
              <a:t>elgg_ts</a:t>
            </a:r>
            <a:r>
              <a:rPr lang="en-GB" dirty="0">
                <a:solidFill>
                  <a:srgbClr val="000000"/>
                </a:solidFill>
              </a:rPr>
              <a:t> and _</a:t>
            </a:r>
            <a:r>
              <a:rPr lang="en-GB" dirty="0" err="1">
                <a:solidFill>
                  <a:srgbClr val="000000"/>
                </a:solidFill>
              </a:rPr>
              <a:t>elgg_token</a:t>
            </a:r>
            <a:r>
              <a:rPr lang="en-GB" dirty="0">
                <a:solidFill>
                  <a:srgbClr val="000000"/>
                </a:solidFill>
              </a:rPr>
              <a:t>.</a:t>
            </a:r>
            <a:endParaRPr lang="en-GB" dirty="0">
              <a:solidFill>
                <a:srgbClr val="000000"/>
              </a:solidFill>
            </a:endParaRPr>
          </a:p>
        </p:txBody>
      </p:sp>
      <p:sp>
        <p:nvSpPr>
          <p:cNvPr id="142" name="Shape 142"/>
          <p:cNvSpPr txBox="1"/>
          <p:nvPr/>
        </p:nvSpPr>
        <p:spPr>
          <a:xfrm>
            <a:off x="242544" y="3284144"/>
            <a:ext cx="8770243" cy="1466003"/>
          </a:xfrm>
          <a:prstGeom prst="rect">
            <a:avLst/>
          </a:prstGeom>
          <a:noFill/>
          <a:ln>
            <a:noFill/>
          </a:ln>
        </p:spPr>
        <p:txBody>
          <a:bodyPr wrap="square" lIns="91425" tIns="91425" rIns="91425" bIns="91425" anchor="t" anchorCtr="0">
            <a:noAutofit/>
          </a:bodyPr>
          <a:lstStyle/>
          <a:p>
            <a:pPr lvl="0"/>
            <a:r>
              <a:rPr lang="en-GB" sz="1800" u="sng" dirty="0"/>
              <a:t>Line </a:t>
            </a:r>
            <a:r>
              <a:rPr lang="en-GB" sz="1800" u="sng" dirty="0">
                <a:latin typeface="Arial Unicode MS" panose="020B0604020202020204" pitchFamily="34" charset="-128"/>
                <a:ea typeface="Arial Unicode MS" panose="020B0604020202020204" pitchFamily="34" charset="-128"/>
                <a:cs typeface="Arial Unicode MS" panose="020B0604020202020204" pitchFamily="34" charset="-128"/>
              </a:rPr>
              <a:t>①</a:t>
            </a:r>
            <a:r>
              <a:rPr lang="en-GB" sz="1800" u="sng" dirty="0"/>
              <a:t> and </a:t>
            </a:r>
            <a:r>
              <a:rPr lang="en-GB" sz="1800" u="sng" dirty="0">
                <a:latin typeface="Arial Unicode MS" panose="020B0604020202020204" pitchFamily="34" charset="-128"/>
                <a:ea typeface="Arial Unicode MS" panose="020B0604020202020204" pitchFamily="34" charset="-128"/>
                <a:cs typeface="Arial Unicode MS" panose="020B0604020202020204" pitchFamily="34" charset="-128"/>
              </a:rPr>
              <a:t>②</a:t>
            </a:r>
            <a:r>
              <a:rPr lang="en-GB" sz="1800" u="sng" dirty="0"/>
              <a:t>: </a:t>
            </a:r>
            <a:r>
              <a:rPr lang="en-GB" sz="1800" dirty="0"/>
              <a:t>The secret values are assigned to two JavaScript variables, which make our attack easier as we can load the values from these variables. </a:t>
            </a:r>
            <a:endParaRPr lang="en-GB" sz="1800" dirty="0"/>
          </a:p>
          <a:p>
            <a:pPr lvl="0"/>
            <a:endParaRPr lang="en-GB" sz="1800" dirty="0"/>
          </a:p>
          <a:p>
            <a:pPr lvl="0"/>
            <a:r>
              <a:rPr lang="en-GB" sz="1800" dirty="0"/>
              <a:t>Our JavaScript code is injected inside the page, so it can access the JavaScript variables inside the page.</a:t>
            </a:r>
            <a:endParaRPr lang="en-GB" sz="1800" dirty="0"/>
          </a:p>
        </p:txBody>
      </p:sp>
      <p:pic>
        <p:nvPicPr>
          <p:cNvPr id="2" name="Picture 1" descr="Screen Clippin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0309" y="1891740"/>
            <a:ext cx="8137389" cy="148383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Shape 147"/>
          <p:cNvSpPr txBox="1">
            <a:spLocks noGrp="1"/>
          </p:cNvSpPr>
          <p:nvPr>
            <p:ph type="title"/>
          </p:nvPr>
        </p:nvSpPr>
        <p:spPr>
          <a:prstGeom prst="rect">
            <a:avLst/>
          </a:prstGeom>
        </p:spPr>
        <p:txBody>
          <a:bodyPr wrap="square" lIns="91425" tIns="91425" rIns="91425" bIns="91425" anchor="t" anchorCtr="0">
            <a:noAutofit/>
          </a:bodyPr>
          <a:lstStyle/>
          <a:p>
            <a:pPr marL="114300" lvl="0">
              <a:buClr>
                <a:srgbClr val="000000"/>
              </a:buClr>
              <a:buSzPts val="1800"/>
            </a:pPr>
            <a:r>
              <a:rPr lang="en-GB" dirty="0">
                <a:solidFill>
                  <a:srgbClr val="000000"/>
                </a:solidFill>
              </a:rPr>
              <a:t>Construct an Add-friend Request</a:t>
            </a:r>
            <a:br>
              <a:rPr lang="en-GB" dirty="0">
                <a:solidFill>
                  <a:srgbClr val="000000"/>
                </a:solidFill>
              </a:rPr>
            </a:br>
            <a:endParaRPr dirty="0"/>
          </a:p>
        </p:txBody>
      </p:sp>
      <p:sp>
        <p:nvSpPr>
          <p:cNvPr id="150" name="Shape 150"/>
          <p:cNvSpPr txBox="1"/>
          <p:nvPr/>
        </p:nvSpPr>
        <p:spPr>
          <a:xfrm>
            <a:off x="6216184" y="1050076"/>
            <a:ext cx="2789100" cy="3761700"/>
          </a:xfrm>
          <a:prstGeom prst="rect">
            <a:avLst/>
          </a:prstGeom>
          <a:noFill/>
          <a:ln>
            <a:noFill/>
          </a:ln>
        </p:spPr>
        <p:txBody>
          <a:bodyPr wrap="square" lIns="91425" tIns="91425" rIns="91425" bIns="91425" anchor="t" anchorCtr="0">
            <a:noAutofit/>
          </a:bodyPr>
          <a:lstStyle/>
          <a:p>
            <a:pPr marL="0" lvl="0" indent="0" rtl="0">
              <a:spcBef>
                <a:spcPts val="0"/>
              </a:spcBef>
              <a:buNone/>
            </a:pPr>
            <a:r>
              <a:rPr lang="en-GB" sz="1800" u="sng" dirty="0"/>
              <a:t>Line </a:t>
            </a:r>
            <a:r>
              <a:rPr lang="en-GB" sz="1800" u="sng" dirty="0">
                <a:latin typeface="Arial Unicode MS" panose="020B0604020202020204" pitchFamily="34" charset="-128"/>
                <a:ea typeface="Arial Unicode MS" panose="020B0604020202020204" pitchFamily="34" charset="-128"/>
                <a:cs typeface="Arial Unicode MS" panose="020B0604020202020204" pitchFamily="34" charset="-128"/>
              </a:rPr>
              <a:t>①</a:t>
            </a:r>
            <a:r>
              <a:rPr lang="en-GB" sz="1800" u="sng" dirty="0"/>
              <a:t> and </a:t>
            </a:r>
            <a:r>
              <a:rPr lang="en-GB" sz="1800" u="sng" dirty="0">
                <a:latin typeface="Arial Unicode MS" panose="020B0604020202020204" pitchFamily="34" charset="-128"/>
                <a:ea typeface="Arial Unicode MS" panose="020B0604020202020204" pitchFamily="34" charset="-128"/>
                <a:cs typeface="Arial Unicode MS" panose="020B0604020202020204" pitchFamily="34" charset="-128"/>
              </a:rPr>
              <a:t>②</a:t>
            </a:r>
            <a:r>
              <a:rPr lang="en-GB" sz="1800" u="sng" dirty="0"/>
              <a:t>: </a:t>
            </a:r>
            <a:r>
              <a:rPr lang="en-GB" sz="1800" dirty="0"/>
              <a:t> Get timestamp and secret token from the JavaScript variables.</a:t>
            </a:r>
            <a:endParaRPr lang="en-GB" sz="1800" dirty="0"/>
          </a:p>
          <a:p>
            <a:pPr marL="0" lvl="0" indent="0" rtl="0">
              <a:spcBef>
                <a:spcPts val="0"/>
              </a:spcBef>
              <a:buNone/>
            </a:pPr>
            <a:endParaRPr lang="en-GB" sz="1800" dirty="0"/>
          </a:p>
          <a:p>
            <a:pPr marL="0" lvl="0" indent="0" rtl="0">
              <a:spcBef>
                <a:spcPts val="0"/>
              </a:spcBef>
              <a:buNone/>
            </a:pPr>
            <a:r>
              <a:rPr lang="en-GB" sz="1800" u="sng" dirty="0"/>
              <a:t>Line </a:t>
            </a:r>
            <a:r>
              <a:rPr lang="en-GB" sz="1800" u="sng" dirty="0">
                <a:latin typeface="Arial Unicode MS" panose="020B0604020202020204" pitchFamily="34" charset="-128"/>
                <a:ea typeface="Arial Unicode MS" panose="020B0604020202020204" pitchFamily="34" charset="-128"/>
                <a:cs typeface="Arial Unicode MS" panose="020B0604020202020204" pitchFamily="34" charset="-128"/>
              </a:rPr>
              <a:t>③</a:t>
            </a:r>
            <a:r>
              <a:rPr lang="en-GB" sz="1800" u="sng" dirty="0"/>
              <a:t> and </a:t>
            </a:r>
            <a:r>
              <a:rPr lang="en-GB" sz="1800" u="sng" dirty="0">
                <a:latin typeface="Arial Unicode MS" panose="020B0604020202020204" pitchFamily="34" charset="-128"/>
                <a:ea typeface="Arial Unicode MS" panose="020B0604020202020204" pitchFamily="34" charset="-128"/>
                <a:cs typeface="Arial Unicode MS" panose="020B0604020202020204" pitchFamily="34" charset="-128"/>
              </a:rPr>
              <a:t>④</a:t>
            </a:r>
            <a:r>
              <a:rPr lang="en-GB" sz="1800" u="sng" dirty="0"/>
              <a:t>:</a:t>
            </a:r>
            <a:r>
              <a:rPr lang="en-GB" sz="1800" dirty="0"/>
              <a:t> Construct the URL with the data attached.</a:t>
            </a:r>
            <a:endParaRPr lang="en-GB" sz="1800" dirty="0"/>
          </a:p>
          <a:p>
            <a:pPr marL="0" lvl="0" indent="0" rtl="0">
              <a:spcBef>
                <a:spcPts val="0"/>
              </a:spcBef>
              <a:buNone/>
            </a:pPr>
            <a:endParaRPr lang="en-GB" sz="1800" dirty="0"/>
          </a:p>
          <a:p>
            <a:pPr marL="0" lvl="0" indent="0" rtl="0">
              <a:spcBef>
                <a:spcPts val="0"/>
              </a:spcBef>
              <a:buNone/>
            </a:pPr>
            <a:r>
              <a:rPr lang="en-GB" sz="1800" dirty="0"/>
              <a:t>The rest of the code is to create a GET request using Ajax.</a:t>
            </a:r>
            <a:endParaRPr lang="en-GB" sz="1800" dirty="0"/>
          </a:p>
        </p:txBody>
      </p:sp>
      <p:pic>
        <p:nvPicPr>
          <p:cNvPr id="2" name="Picture 1" descr="Screen Clippin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11700" y="1050076"/>
            <a:ext cx="5787278" cy="380647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Shape 155"/>
          <p:cNvSpPr txBox="1">
            <a:spLocks noGrp="1"/>
          </p:cNvSpPr>
          <p:nvPr>
            <p:ph type="title"/>
          </p:nvPr>
        </p:nvSpPr>
        <p:spPr>
          <a:xfrm>
            <a:off x="203450" y="543262"/>
            <a:ext cx="8520600" cy="572700"/>
          </a:xfrm>
          <a:prstGeom prst="rect">
            <a:avLst/>
          </a:prstGeom>
        </p:spPr>
        <p:txBody>
          <a:bodyPr wrap="square" lIns="91425" tIns="91425" rIns="91425" bIns="91425" anchor="t" anchorCtr="0">
            <a:noAutofit/>
          </a:bodyPr>
          <a:lstStyle/>
          <a:p>
            <a:pPr marL="114300" lvl="0">
              <a:buClr>
                <a:srgbClr val="000000"/>
              </a:buClr>
              <a:buSzPts val="1800"/>
            </a:pPr>
            <a:r>
              <a:rPr lang="en-GB" dirty="0">
                <a:solidFill>
                  <a:srgbClr val="000000"/>
                </a:solidFill>
              </a:rPr>
              <a:t>Inject the Code Into a Profile</a:t>
            </a:r>
            <a:endParaRPr lang="en-GB" dirty="0">
              <a:solidFill>
                <a:srgbClr val="000000"/>
              </a:solidFill>
            </a:endParaRPr>
          </a:p>
        </p:txBody>
      </p:sp>
      <p:sp>
        <p:nvSpPr>
          <p:cNvPr id="158" name="Shape 158"/>
          <p:cNvSpPr txBox="1"/>
          <p:nvPr/>
        </p:nvSpPr>
        <p:spPr>
          <a:xfrm>
            <a:off x="5308979" y="1115962"/>
            <a:ext cx="3624600" cy="3726900"/>
          </a:xfrm>
          <a:prstGeom prst="rect">
            <a:avLst/>
          </a:prstGeom>
          <a:noFill/>
          <a:ln>
            <a:noFill/>
          </a:ln>
        </p:spPr>
        <p:txBody>
          <a:bodyPr wrap="square" lIns="91425" tIns="91425" rIns="91425" bIns="91425" anchor="t" anchorCtr="0">
            <a:noAutofit/>
          </a:bodyPr>
          <a:lstStyle/>
          <a:p>
            <a:pPr marL="457200" lvl="0" indent="-342900">
              <a:spcBef>
                <a:spcPts val="0"/>
              </a:spcBef>
              <a:spcAft>
                <a:spcPts val="600"/>
              </a:spcAft>
              <a:buSzPts val="1800"/>
              <a:buChar char="●"/>
            </a:pPr>
            <a:r>
              <a:rPr lang="en-GB" sz="1800" dirty="0"/>
              <a:t>Samy puts the script in the “About Me” section of his profile.</a:t>
            </a:r>
            <a:endParaRPr lang="en-GB" sz="1800" dirty="0"/>
          </a:p>
          <a:p>
            <a:pPr marL="457200" lvl="0" indent="-342900">
              <a:spcBef>
                <a:spcPts val="0"/>
              </a:spcBef>
              <a:spcAft>
                <a:spcPts val="600"/>
              </a:spcAft>
              <a:buSzPts val="1800"/>
              <a:buChar char="●"/>
            </a:pPr>
            <a:r>
              <a:rPr lang="en-GB" sz="1800" dirty="0"/>
              <a:t>After that, let’s login as “Alice” and visit </a:t>
            </a:r>
            <a:r>
              <a:rPr lang="en-GB" sz="1800" dirty="0" err="1"/>
              <a:t>Samy’s</a:t>
            </a:r>
            <a:r>
              <a:rPr lang="en-GB" sz="1800" dirty="0"/>
              <a:t> profile.</a:t>
            </a:r>
            <a:endParaRPr lang="en-GB" sz="1800" dirty="0"/>
          </a:p>
          <a:p>
            <a:pPr marL="457200" lvl="0" indent="-342900">
              <a:spcBef>
                <a:spcPts val="0"/>
              </a:spcBef>
              <a:spcAft>
                <a:spcPts val="600"/>
              </a:spcAft>
              <a:buSzPts val="1800"/>
              <a:buChar char="●"/>
            </a:pPr>
            <a:r>
              <a:rPr lang="en-GB" sz="1800" dirty="0"/>
              <a:t>JavaScript code will be run and not displayed to Alice.</a:t>
            </a:r>
            <a:endParaRPr lang="en-GB" sz="1800" dirty="0"/>
          </a:p>
          <a:p>
            <a:pPr marL="457200" lvl="0" indent="-342900">
              <a:spcBef>
                <a:spcPts val="0"/>
              </a:spcBef>
              <a:spcAft>
                <a:spcPts val="600"/>
              </a:spcAft>
              <a:buSzPts val="1800"/>
              <a:buChar char="●"/>
            </a:pPr>
            <a:r>
              <a:rPr lang="en-GB" sz="1800" dirty="0"/>
              <a:t>The code sends an add-friend request to the server.</a:t>
            </a:r>
            <a:endParaRPr lang="en-GB" sz="1800" dirty="0"/>
          </a:p>
          <a:p>
            <a:pPr marL="457200" lvl="0" indent="-342900">
              <a:spcBef>
                <a:spcPts val="0"/>
              </a:spcBef>
              <a:spcAft>
                <a:spcPts val="600"/>
              </a:spcAft>
              <a:buSzPts val="1800"/>
              <a:buChar char="●"/>
            </a:pPr>
            <a:r>
              <a:rPr lang="en-GB" sz="1800" dirty="0"/>
              <a:t>If we check Alice’s friends list, Samy is added.</a:t>
            </a:r>
            <a:endParaRPr lang="en-GB" sz="1800" dirty="0"/>
          </a:p>
        </p:txBody>
      </p:sp>
      <p:pic>
        <p:nvPicPr>
          <p:cNvPr id="2" name="Picture 1" descr="Screen Clippin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10299" y="1298600"/>
            <a:ext cx="4798680" cy="373909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Shape 163"/>
          <p:cNvSpPr txBox="1">
            <a:spLocks noGrp="1"/>
          </p:cNvSpPr>
          <p:nvPr>
            <p:ph type="title"/>
          </p:nvPr>
        </p:nvSpPr>
        <p:spPr>
          <a:prstGeom prst="rect">
            <a:avLst/>
          </a:prstGeom>
        </p:spPr>
        <p:txBody>
          <a:bodyPr wrap="square" lIns="91425" tIns="91425" rIns="91425" bIns="91425" anchor="t" anchorCtr="0">
            <a:noAutofit/>
          </a:bodyPr>
          <a:lstStyle/>
          <a:p>
            <a:pPr marL="0" lvl="0" indent="0">
              <a:spcBef>
                <a:spcPts val="0"/>
              </a:spcBef>
              <a:buNone/>
            </a:pPr>
            <a:r>
              <a:rPr lang="en-GB"/>
              <a:t>XSS Attacks to Change Other People’s Profiles</a:t>
            </a:r>
            <a:endParaRPr lang="en-GB"/>
          </a:p>
        </p:txBody>
      </p:sp>
      <p:sp>
        <p:nvSpPr>
          <p:cNvPr id="164" name="Shape 164"/>
          <p:cNvSpPr txBox="1">
            <a:spLocks noGrp="1"/>
          </p:cNvSpPr>
          <p:nvPr>
            <p:ph type="body" idx="1"/>
          </p:nvPr>
        </p:nvSpPr>
        <p:spPr>
          <a:prstGeom prst="rect">
            <a:avLst/>
          </a:prstGeom>
        </p:spPr>
        <p:txBody>
          <a:bodyPr wrap="square" lIns="91425" tIns="91425" rIns="91425" bIns="91425" anchor="t" anchorCtr="0">
            <a:noAutofit/>
          </a:bodyPr>
          <a:lstStyle/>
          <a:p>
            <a:pPr marL="0" lvl="0" indent="0" rtl="0">
              <a:lnSpc>
                <a:spcPct val="100000"/>
              </a:lnSpc>
              <a:spcBef>
                <a:spcPts val="0"/>
              </a:spcBef>
              <a:spcAft>
                <a:spcPts val="0"/>
              </a:spcAft>
              <a:buNone/>
            </a:pPr>
            <a:r>
              <a:rPr lang="en-GB" b="1" u="sng" dirty="0">
                <a:solidFill>
                  <a:srgbClr val="FF0000"/>
                </a:solidFill>
              </a:rPr>
              <a:t>Goal: </a:t>
            </a:r>
            <a:r>
              <a:rPr lang="en-GB" b="1" dirty="0">
                <a:solidFill>
                  <a:srgbClr val="FF0000"/>
                </a:solidFill>
              </a:rPr>
              <a:t> Putting a statement “SAMY is MY HERO” in other people’s profile without their consent.</a:t>
            </a:r>
            <a:endParaRPr lang="en-GB" b="1" dirty="0">
              <a:solidFill>
                <a:srgbClr val="FF0000"/>
              </a:solidFill>
            </a:endParaRPr>
          </a:p>
          <a:p>
            <a:pPr marL="0" lvl="0" indent="-69850" rtl="0">
              <a:lnSpc>
                <a:spcPct val="100000"/>
              </a:lnSpc>
              <a:spcBef>
                <a:spcPts val="0"/>
              </a:spcBef>
              <a:spcAft>
                <a:spcPts val="0"/>
              </a:spcAft>
              <a:buClr>
                <a:schemeClr val="dk1"/>
              </a:buClr>
              <a:buSzPts val="1100"/>
              <a:buFont typeface="Arial" panose="020B0604020202090204"/>
              <a:buNone/>
            </a:pPr>
            <a:endParaRPr lang="en-US" dirty="0">
              <a:solidFill>
                <a:schemeClr val="dk1"/>
              </a:solidFill>
            </a:endParaRPr>
          </a:p>
          <a:p>
            <a:pPr marL="0" lvl="0" indent="-69850" rtl="0">
              <a:lnSpc>
                <a:spcPct val="100000"/>
              </a:lnSpc>
              <a:spcBef>
                <a:spcPts val="0"/>
              </a:spcBef>
              <a:spcAft>
                <a:spcPts val="0"/>
              </a:spcAft>
              <a:buClr>
                <a:schemeClr val="dk1"/>
              </a:buClr>
              <a:buSzPts val="1100"/>
              <a:buFont typeface="Arial" panose="020B0604020202090204"/>
              <a:buNone/>
            </a:pPr>
            <a:endParaRPr dirty="0">
              <a:solidFill>
                <a:schemeClr val="dk1"/>
              </a:solidFill>
            </a:endParaRPr>
          </a:p>
          <a:p>
            <a:pPr marL="0" lvl="0" indent="-69850" rtl="0">
              <a:lnSpc>
                <a:spcPct val="100000"/>
              </a:lnSpc>
              <a:spcBef>
                <a:spcPts val="0"/>
              </a:spcBef>
              <a:spcAft>
                <a:spcPts val="0"/>
              </a:spcAft>
              <a:buClr>
                <a:schemeClr val="dk1"/>
              </a:buClr>
              <a:buSzPts val="1100"/>
              <a:buFont typeface="Arial" panose="020B0604020202090204"/>
              <a:buNone/>
            </a:pPr>
            <a:r>
              <a:rPr lang="en-GB" u="sng" dirty="0">
                <a:solidFill>
                  <a:schemeClr val="dk1"/>
                </a:solidFill>
              </a:rPr>
              <a:t>Investigation taken by attacker Samy :</a:t>
            </a:r>
            <a:endParaRPr lang="en-GB" u="sng" dirty="0">
              <a:solidFill>
                <a:schemeClr val="dk1"/>
              </a:solidFill>
            </a:endParaRPr>
          </a:p>
          <a:p>
            <a:pPr marL="0" lvl="0" indent="-69850" rtl="0">
              <a:lnSpc>
                <a:spcPct val="100000"/>
              </a:lnSpc>
              <a:spcBef>
                <a:spcPts val="0"/>
              </a:spcBef>
              <a:spcAft>
                <a:spcPts val="0"/>
              </a:spcAft>
              <a:buClr>
                <a:schemeClr val="dk1"/>
              </a:buClr>
              <a:buSzPts val="1100"/>
              <a:buFont typeface="Arial" panose="020B0604020202090204"/>
              <a:buNone/>
            </a:pPr>
            <a:endParaRPr dirty="0">
              <a:solidFill>
                <a:schemeClr val="dk1"/>
              </a:solidFill>
            </a:endParaRPr>
          </a:p>
          <a:p>
            <a:pPr marL="457200" lvl="0" indent="-342900" rtl="0">
              <a:spcBef>
                <a:spcPts val="0"/>
              </a:spcBef>
              <a:buClr>
                <a:schemeClr val="dk1"/>
              </a:buClr>
              <a:buSzPts val="1800"/>
              <a:buChar char="●"/>
            </a:pPr>
            <a:r>
              <a:rPr lang="en-GB" dirty="0">
                <a:solidFill>
                  <a:schemeClr val="dk1"/>
                </a:solidFill>
              </a:rPr>
              <a:t>Samy captured an edit-profile request using LiveHTTPHeader. </a:t>
            </a:r>
            <a:endParaRPr lang="en-GB" dirty="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Shape 169"/>
          <p:cNvSpPr txBox="1">
            <a:spLocks noGrp="1"/>
          </p:cNvSpPr>
          <p:nvPr>
            <p:ph type="title"/>
          </p:nvPr>
        </p:nvSpPr>
        <p:spPr>
          <a:prstGeom prst="rect">
            <a:avLst/>
          </a:prstGeom>
        </p:spPr>
        <p:txBody>
          <a:bodyPr wrap="square" lIns="91425" tIns="91425" rIns="91425" bIns="91425" anchor="t" anchorCtr="0">
            <a:noAutofit/>
          </a:bodyPr>
          <a:lstStyle/>
          <a:p>
            <a:pPr marL="0" lvl="0" indent="-69850">
              <a:spcBef>
                <a:spcPts val="0"/>
              </a:spcBef>
              <a:buClr>
                <a:schemeClr val="dk1"/>
              </a:buClr>
              <a:buSzPts val="1100"/>
              <a:buFont typeface="Arial" panose="020B0604020202090204"/>
              <a:buNone/>
            </a:pPr>
            <a:r>
              <a:rPr lang="en-GB" dirty="0"/>
              <a:t>Captured HTTP Request</a:t>
            </a:r>
            <a:endParaRPr lang="en-GB" dirty="0"/>
          </a:p>
        </p:txBody>
      </p:sp>
      <p:sp>
        <p:nvSpPr>
          <p:cNvPr id="171" name="Shape 171"/>
          <p:cNvSpPr txBox="1"/>
          <p:nvPr/>
        </p:nvSpPr>
        <p:spPr>
          <a:xfrm>
            <a:off x="6521225" y="1062450"/>
            <a:ext cx="2479800" cy="3994500"/>
          </a:xfrm>
          <a:prstGeom prst="rect">
            <a:avLst/>
          </a:prstGeom>
          <a:noFill/>
          <a:ln>
            <a:noFill/>
          </a:ln>
        </p:spPr>
        <p:txBody>
          <a:bodyPr wrap="square" lIns="91425" tIns="91425" rIns="91425" bIns="91425" anchor="t" anchorCtr="0">
            <a:noAutofit/>
          </a:bodyPr>
          <a:lstStyle/>
          <a:p>
            <a:pPr marL="0" lvl="0" indent="-69850">
              <a:spcBef>
                <a:spcPts val="0"/>
              </a:spcBef>
              <a:buClr>
                <a:schemeClr val="dk1"/>
              </a:buClr>
              <a:buSzPts val="1100"/>
              <a:buFont typeface="Arial" panose="020B0604020202090204"/>
              <a:buNone/>
            </a:pPr>
            <a:r>
              <a:rPr lang="en-GB" sz="1800" u="sng" dirty="0">
                <a:solidFill>
                  <a:schemeClr val="dk1"/>
                </a:solidFill>
              </a:rPr>
              <a:t>Line </a:t>
            </a:r>
            <a:r>
              <a:rPr lang="en-GB" sz="1800" u="sng" dirty="0">
                <a:solidFill>
                  <a:schemeClr val="dk1"/>
                </a:solidFill>
                <a:latin typeface="Arial Unicode MS" panose="020B0604020202020204" pitchFamily="34" charset="-128"/>
                <a:ea typeface="Arial Unicode MS" panose="020B0604020202020204" pitchFamily="34" charset="-128"/>
                <a:cs typeface="Arial Unicode MS" panose="020B0604020202020204" pitchFamily="34" charset="-128"/>
              </a:rPr>
              <a:t>①</a:t>
            </a:r>
            <a:r>
              <a:rPr lang="en-GB" sz="1800" u="sng" dirty="0">
                <a:solidFill>
                  <a:schemeClr val="dk1"/>
                </a:solidFill>
              </a:rPr>
              <a:t>:</a:t>
            </a:r>
            <a:r>
              <a:rPr lang="en-GB" sz="1800" dirty="0">
                <a:solidFill>
                  <a:schemeClr val="dk1"/>
                </a:solidFill>
              </a:rPr>
              <a:t> URL of the edit-profile service.</a:t>
            </a:r>
            <a:endParaRPr lang="en-GB" sz="1800" dirty="0">
              <a:solidFill>
                <a:schemeClr val="dk1"/>
              </a:solidFill>
            </a:endParaRPr>
          </a:p>
          <a:p>
            <a:pPr marL="0" lvl="0" indent="-69850">
              <a:spcBef>
                <a:spcPts val="0"/>
              </a:spcBef>
              <a:buClr>
                <a:schemeClr val="dk1"/>
              </a:buClr>
              <a:buSzPts val="1100"/>
              <a:buFont typeface="Arial" panose="020B0604020202090204"/>
              <a:buNone/>
            </a:pPr>
            <a:endParaRPr sz="1800" dirty="0">
              <a:solidFill>
                <a:schemeClr val="dk1"/>
              </a:solidFill>
            </a:endParaRPr>
          </a:p>
          <a:p>
            <a:pPr marL="0" lvl="0" indent="-69850">
              <a:spcBef>
                <a:spcPts val="0"/>
              </a:spcBef>
              <a:buClr>
                <a:schemeClr val="dk1"/>
              </a:buClr>
              <a:buSzPts val="1100"/>
              <a:buFont typeface="Arial" panose="020B0604020202090204"/>
              <a:buNone/>
            </a:pPr>
            <a:r>
              <a:rPr lang="en-GB" sz="1800" u="sng" dirty="0">
                <a:solidFill>
                  <a:schemeClr val="dk1"/>
                </a:solidFill>
              </a:rPr>
              <a:t>Line </a:t>
            </a:r>
            <a:r>
              <a:rPr lang="en-GB" sz="1800" u="sng" dirty="0">
                <a:solidFill>
                  <a:schemeClr val="dk1"/>
                </a:solidFill>
                <a:latin typeface="Arial Unicode MS" panose="020B0604020202020204" pitchFamily="34" charset="-128"/>
                <a:ea typeface="Arial Unicode MS" panose="020B0604020202020204" pitchFamily="34" charset="-128"/>
                <a:cs typeface="Arial Unicode MS" panose="020B0604020202020204" pitchFamily="34" charset="-128"/>
              </a:rPr>
              <a:t>②</a:t>
            </a:r>
            <a:r>
              <a:rPr lang="en-GB" sz="1800" u="sng" dirty="0">
                <a:solidFill>
                  <a:schemeClr val="dk1"/>
                </a:solidFill>
              </a:rPr>
              <a:t>:</a:t>
            </a:r>
            <a:r>
              <a:rPr lang="en-GB" sz="1800" dirty="0">
                <a:solidFill>
                  <a:schemeClr val="dk1"/>
                </a:solidFill>
              </a:rPr>
              <a:t> Session cookie (unique for each user). It is automatically set by browsers.</a:t>
            </a:r>
            <a:endParaRPr lang="en-GB" sz="1800" dirty="0">
              <a:solidFill>
                <a:schemeClr val="dk1"/>
              </a:solidFill>
            </a:endParaRPr>
          </a:p>
          <a:p>
            <a:pPr marL="0" lvl="0" indent="-69850">
              <a:spcBef>
                <a:spcPts val="0"/>
              </a:spcBef>
              <a:buClr>
                <a:schemeClr val="dk1"/>
              </a:buClr>
              <a:buSzPts val="1100"/>
              <a:buFont typeface="Arial" panose="020B0604020202090204"/>
              <a:buNone/>
            </a:pPr>
            <a:endParaRPr sz="1800" dirty="0">
              <a:solidFill>
                <a:schemeClr val="dk1"/>
              </a:solidFill>
            </a:endParaRPr>
          </a:p>
          <a:p>
            <a:pPr marL="0" lvl="0" indent="-69850">
              <a:spcBef>
                <a:spcPts val="0"/>
              </a:spcBef>
              <a:buClr>
                <a:schemeClr val="dk1"/>
              </a:buClr>
              <a:buSzPts val="1100"/>
              <a:buFont typeface="Arial" panose="020B0604020202090204"/>
              <a:buNone/>
            </a:pPr>
            <a:r>
              <a:rPr lang="en-GB" sz="1800" u="sng" dirty="0">
                <a:solidFill>
                  <a:schemeClr val="dk1"/>
                </a:solidFill>
              </a:rPr>
              <a:t>Line </a:t>
            </a:r>
            <a:r>
              <a:rPr lang="en-GB" sz="1800" u="sng" dirty="0">
                <a:solidFill>
                  <a:schemeClr val="dk1"/>
                </a:solidFill>
                <a:latin typeface="Arial Unicode MS" panose="020B0604020202020204" pitchFamily="34" charset="-128"/>
                <a:ea typeface="Arial Unicode MS" panose="020B0604020202020204" pitchFamily="34" charset="-128"/>
                <a:cs typeface="Arial Unicode MS" panose="020B0604020202020204" pitchFamily="34" charset="-128"/>
              </a:rPr>
              <a:t>③</a:t>
            </a:r>
            <a:r>
              <a:rPr lang="en-GB" sz="1800" u="sng" dirty="0">
                <a:solidFill>
                  <a:schemeClr val="dk1"/>
                </a:solidFill>
              </a:rPr>
              <a:t>:</a:t>
            </a:r>
            <a:r>
              <a:rPr lang="en-GB" sz="1800" dirty="0">
                <a:solidFill>
                  <a:schemeClr val="dk1"/>
                </a:solidFill>
              </a:rPr>
              <a:t> CSRF countermeasures, which are now enabled. </a:t>
            </a:r>
            <a:endParaRPr lang="en-GB" sz="1800" dirty="0">
              <a:solidFill>
                <a:schemeClr val="dk1"/>
              </a:solidFill>
            </a:endParaRPr>
          </a:p>
        </p:txBody>
      </p:sp>
      <p:pic>
        <p:nvPicPr>
          <p:cNvPr id="3" name="Picture 2" descr="Screen Clippin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11700" y="1212312"/>
            <a:ext cx="5397537" cy="1130279"/>
          </a:xfrm>
          <a:prstGeom prst="rect">
            <a:avLst/>
          </a:prstGeom>
        </p:spPr>
      </p:pic>
      <p:pic>
        <p:nvPicPr>
          <p:cNvPr id="4" name="Picture 3"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1700" y="2342591"/>
            <a:ext cx="5397537" cy="2560421"/>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Shape 176"/>
          <p:cNvSpPr txBox="1">
            <a:spLocks noGrp="1"/>
          </p:cNvSpPr>
          <p:nvPr>
            <p:ph type="title"/>
          </p:nvPr>
        </p:nvSpPr>
        <p:spPr>
          <a:prstGeom prst="rect">
            <a:avLst/>
          </a:prstGeom>
        </p:spPr>
        <p:txBody>
          <a:bodyPr wrap="square" lIns="91425" tIns="91425" rIns="91425" bIns="91425" anchor="t" anchorCtr="0">
            <a:noAutofit/>
          </a:bodyPr>
          <a:lstStyle/>
          <a:p>
            <a:pPr lvl="0" indent="-69850">
              <a:buSzPts val="1100"/>
            </a:pPr>
            <a:r>
              <a:rPr lang="en-GB" dirty="0"/>
              <a:t>Captured HTTP Request (continued)</a:t>
            </a:r>
            <a:endParaRPr lang="en-GB" dirty="0"/>
          </a:p>
        </p:txBody>
      </p:sp>
      <p:sp>
        <p:nvSpPr>
          <p:cNvPr id="2" name="Rectangle 1"/>
          <p:cNvSpPr/>
          <p:nvPr/>
        </p:nvSpPr>
        <p:spPr>
          <a:xfrm>
            <a:off x="311700" y="2687592"/>
            <a:ext cx="8406172" cy="1908215"/>
          </a:xfrm>
          <a:prstGeom prst="rect">
            <a:avLst/>
          </a:prstGeom>
        </p:spPr>
        <p:txBody>
          <a:bodyPr wrap="square">
            <a:spAutoFit/>
          </a:bodyPr>
          <a:lstStyle/>
          <a:p>
            <a:pPr marL="285750" indent="-285750">
              <a:spcAft>
                <a:spcPts val="600"/>
              </a:spcAft>
              <a:buClr>
                <a:schemeClr val="dk1"/>
              </a:buClr>
              <a:buSzPct val="100000"/>
              <a:buFont typeface="Arial" panose="020B0604020202090204" pitchFamily="34" charset="0"/>
              <a:buChar char="•"/>
            </a:pPr>
            <a:r>
              <a:rPr lang="en-GB" sz="1800" u="sng" dirty="0">
                <a:solidFill>
                  <a:schemeClr val="dk1"/>
                </a:solidFill>
              </a:rPr>
              <a:t>Line </a:t>
            </a:r>
            <a:r>
              <a:rPr lang="en-GB" sz="1800" u="sng" dirty="0">
                <a:solidFill>
                  <a:schemeClr val="dk1"/>
                </a:solidFill>
                <a:latin typeface="Arial Unicode MS" panose="020B0604020202020204" pitchFamily="34" charset="-128"/>
                <a:ea typeface="Arial Unicode MS" panose="020B0604020202020204" pitchFamily="34" charset="-128"/>
                <a:cs typeface="Arial Unicode MS" panose="020B0604020202020204" pitchFamily="34" charset="-128"/>
              </a:rPr>
              <a:t>④</a:t>
            </a:r>
            <a:r>
              <a:rPr lang="en-GB" sz="1800" u="sng" dirty="0">
                <a:solidFill>
                  <a:schemeClr val="dk1"/>
                </a:solidFill>
              </a:rPr>
              <a:t>:</a:t>
            </a:r>
            <a:r>
              <a:rPr lang="en-GB" sz="1800" dirty="0">
                <a:solidFill>
                  <a:schemeClr val="dk1"/>
                </a:solidFill>
              </a:rPr>
              <a:t> Description field with our text “</a:t>
            </a:r>
            <a:r>
              <a:rPr lang="en-GB" sz="1800" dirty="0" err="1">
                <a:solidFill>
                  <a:schemeClr val="dk1"/>
                </a:solidFill>
              </a:rPr>
              <a:t>Samy</a:t>
            </a:r>
            <a:r>
              <a:rPr lang="en-GB" sz="1800" dirty="0">
                <a:solidFill>
                  <a:schemeClr val="dk1"/>
                </a:solidFill>
              </a:rPr>
              <a:t> is my hero” </a:t>
            </a:r>
            <a:endParaRPr lang="en-GB" sz="1800" dirty="0">
              <a:solidFill>
                <a:schemeClr val="dk1"/>
              </a:solidFill>
            </a:endParaRPr>
          </a:p>
          <a:p>
            <a:pPr marL="285750" indent="-285750">
              <a:spcAft>
                <a:spcPts val="600"/>
              </a:spcAft>
              <a:buClr>
                <a:schemeClr val="dk1"/>
              </a:buClr>
              <a:buSzPct val="100000"/>
              <a:buFont typeface="Arial" panose="020B0604020202090204" pitchFamily="34" charset="0"/>
              <a:buChar char="•"/>
            </a:pPr>
            <a:r>
              <a:rPr lang="en-GB" sz="1800" u="sng" dirty="0">
                <a:solidFill>
                  <a:schemeClr val="dk1"/>
                </a:solidFill>
              </a:rPr>
              <a:t>Line </a:t>
            </a:r>
            <a:r>
              <a:rPr lang="en-GB" sz="1800" u="sng" dirty="0">
                <a:solidFill>
                  <a:schemeClr val="dk1"/>
                </a:solidFill>
                <a:latin typeface="Arial Unicode MS" panose="020B0604020202020204" pitchFamily="34" charset="-128"/>
                <a:ea typeface="Arial Unicode MS" panose="020B0604020202020204" pitchFamily="34" charset="-128"/>
                <a:cs typeface="Arial Unicode MS" panose="020B0604020202020204" pitchFamily="34" charset="-128"/>
              </a:rPr>
              <a:t>⑤</a:t>
            </a:r>
            <a:r>
              <a:rPr lang="en-GB" sz="1800" u="sng" dirty="0">
                <a:solidFill>
                  <a:schemeClr val="dk1"/>
                </a:solidFill>
              </a:rPr>
              <a:t>:</a:t>
            </a:r>
            <a:r>
              <a:rPr lang="en-GB" sz="1800" dirty="0">
                <a:solidFill>
                  <a:schemeClr val="dk1"/>
                </a:solidFill>
              </a:rPr>
              <a:t> Access level of each field: 2 means the field is viewable to everyone.</a:t>
            </a:r>
            <a:endParaRPr lang="en-GB" sz="1800" dirty="0">
              <a:solidFill>
                <a:schemeClr val="dk1"/>
              </a:solidFill>
            </a:endParaRPr>
          </a:p>
          <a:p>
            <a:pPr marL="215900" indent="-285750">
              <a:spcAft>
                <a:spcPts val="600"/>
              </a:spcAft>
              <a:buClr>
                <a:schemeClr val="dk1"/>
              </a:buClr>
              <a:buSzPct val="100000"/>
              <a:buFont typeface="Arial" panose="020B0604020202090204" pitchFamily="34" charset="0"/>
              <a:buChar char="•"/>
            </a:pPr>
            <a:r>
              <a:rPr lang="en-GB" sz="1800" u="sng" dirty="0">
                <a:solidFill>
                  <a:schemeClr val="dk1"/>
                </a:solidFill>
              </a:rPr>
              <a:t>Line </a:t>
            </a:r>
            <a:r>
              <a:rPr lang="en-GB" sz="1800" u="sng" dirty="0">
                <a:solidFill>
                  <a:schemeClr val="dk1"/>
                </a:solidFill>
                <a:latin typeface="Arial Unicode MS" panose="020B0604020202020204" pitchFamily="34" charset="-128"/>
                <a:ea typeface="Arial Unicode MS" panose="020B0604020202020204" pitchFamily="34" charset="-128"/>
                <a:cs typeface="Arial Unicode MS" panose="020B0604020202020204" pitchFamily="34" charset="-128"/>
              </a:rPr>
              <a:t>⑥</a:t>
            </a:r>
            <a:r>
              <a:rPr lang="en-GB" sz="1800" u="sng" dirty="0">
                <a:solidFill>
                  <a:schemeClr val="dk1"/>
                </a:solidFill>
              </a:rPr>
              <a:t>: </a:t>
            </a:r>
            <a:r>
              <a:rPr lang="en-GB" sz="1800" dirty="0">
                <a:solidFill>
                  <a:schemeClr val="dk1"/>
                </a:solidFill>
              </a:rPr>
              <a:t>User ID (GUID) of the victim. This can be obtained by visiting victim’s profile page source. In XSS, as this value can be obtained from the page. As we don’t want to limit our attack to one victim, we can just add the GUID from JavaScript variable called </a:t>
            </a:r>
            <a:r>
              <a:rPr lang="en-GB" sz="1800" dirty="0" err="1">
                <a:solidFill>
                  <a:schemeClr val="dk1"/>
                </a:solidFill>
                <a:latin typeface="Courier New" panose="02070409020205090404" pitchFamily="49" charset="0"/>
                <a:cs typeface="Courier New" panose="02070409020205090404" pitchFamily="49" charset="0"/>
              </a:rPr>
              <a:t>elgg.session.user.guid</a:t>
            </a:r>
            <a:r>
              <a:rPr lang="en-GB" sz="1800" dirty="0">
                <a:solidFill>
                  <a:schemeClr val="dk1"/>
                </a:solidFill>
              </a:rPr>
              <a:t>.</a:t>
            </a:r>
            <a:endParaRPr lang="en-GB" sz="1800" dirty="0">
              <a:solidFill>
                <a:schemeClr val="dk1"/>
              </a:solidFill>
            </a:endParaRPr>
          </a:p>
        </p:txBody>
      </p:sp>
      <p:pic>
        <p:nvPicPr>
          <p:cNvPr id="3" name="Picture 2" descr="Screen Clippin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56040" y="1138184"/>
            <a:ext cx="7811765" cy="1315111"/>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000000"/>
                </a:solidFill>
              </a:rPr>
              <a:t>Construct the Malicious Ajax Request</a:t>
            </a:r>
            <a:endParaRPr lang="en-US" dirty="0"/>
          </a:p>
        </p:txBody>
      </p:sp>
      <p:pic>
        <p:nvPicPr>
          <p:cNvPr id="3" name="Picture 2" descr="Screen Clippin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67514" y="1678019"/>
            <a:ext cx="7445290" cy="2271574"/>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Shape 182"/>
          <p:cNvSpPr txBox="1">
            <a:spLocks noGrp="1"/>
          </p:cNvSpPr>
          <p:nvPr>
            <p:ph type="title"/>
          </p:nvPr>
        </p:nvSpPr>
        <p:spPr>
          <a:xfrm>
            <a:off x="311700" y="310725"/>
            <a:ext cx="8520600" cy="572700"/>
          </a:xfrm>
          <a:prstGeom prst="rect">
            <a:avLst/>
          </a:prstGeom>
        </p:spPr>
        <p:txBody>
          <a:bodyPr wrap="square" lIns="91425" tIns="91425" rIns="91425" bIns="91425" anchor="t" anchorCtr="0">
            <a:noAutofit/>
          </a:bodyPr>
          <a:lstStyle/>
          <a:p>
            <a:pPr lvl="0"/>
            <a:r>
              <a:rPr lang="en-GB" dirty="0">
                <a:solidFill>
                  <a:srgbClr val="000000"/>
                </a:solidFill>
              </a:rPr>
              <a:t>Construct the Malicious Ajax Request</a:t>
            </a:r>
            <a:endParaRPr lang="en-GB" dirty="0">
              <a:solidFill>
                <a:srgbClr val="000000"/>
              </a:solidFill>
            </a:endParaRPr>
          </a:p>
        </p:txBody>
      </p:sp>
      <p:cxnSp>
        <p:nvCxnSpPr>
          <p:cNvPr id="186" name="Shape 186"/>
          <p:cNvCxnSpPr/>
          <p:nvPr/>
        </p:nvCxnSpPr>
        <p:spPr>
          <a:xfrm flipH="1">
            <a:off x="3949593" y="2113109"/>
            <a:ext cx="1267868" cy="465630"/>
          </a:xfrm>
          <a:prstGeom prst="straightConnector1">
            <a:avLst/>
          </a:prstGeom>
          <a:noFill/>
          <a:ln w="9525" cap="flat" cmpd="sng">
            <a:solidFill>
              <a:schemeClr val="dk2"/>
            </a:solidFill>
            <a:prstDash val="solid"/>
            <a:round/>
            <a:headEnd type="none" w="lg" len="lg"/>
            <a:tailEnd type="triangle" w="lg" len="lg"/>
          </a:ln>
        </p:spPr>
      </p:cxnSp>
      <p:sp>
        <p:nvSpPr>
          <p:cNvPr id="187" name="Shape 187"/>
          <p:cNvSpPr txBox="1"/>
          <p:nvPr/>
        </p:nvSpPr>
        <p:spPr>
          <a:xfrm>
            <a:off x="4518212" y="1119982"/>
            <a:ext cx="4625788" cy="1222200"/>
          </a:xfrm>
          <a:prstGeom prst="rect">
            <a:avLst/>
          </a:prstGeom>
          <a:noFill/>
          <a:ln>
            <a:noFill/>
          </a:ln>
        </p:spPr>
        <p:txBody>
          <a:bodyPr wrap="square" lIns="91425" tIns="91425" rIns="91425" bIns="91425" anchor="t" anchorCtr="0">
            <a:noAutofit/>
          </a:bodyPr>
          <a:lstStyle/>
          <a:p>
            <a:pPr marL="0" lvl="0" indent="0">
              <a:spcBef>
                <a:spcPts val="0"/>
              </a:spcBef>
              <a:buNone/>
            </a:pPr>
            <a:r>
              <a:rPr lang="en-GB" sz="1800" dirty="0"/>
              <a:t>To ensure that it does not modify </a:t>
            </a:r>
            <a:r>
              <a:rPr lang="en-GB" sz="1800" dirty="0" err="1"/>
              <a:t>Samy’s</a:t>
            </a:r>
            <a:r>
              <a:rPr lang="en-GB" sz="1800" dirty="0"/>
              <a:t> own profile or it will overwrite the malicious content in </a:t>
            </a:r>
            <a:r>
              <a:rPr lang="en-GB" sz="1800" dirty="0" err="1"/>
              <a:t>Samy’s</a:t>
            </a:r>
            <a:r>
              <a:rPr lang="en-GB" sz="1800" dirty="0"/>
              <a:t> profile.</a:t>
            </a:r>
            <a:endParaRPr lang="en-GB" sz="1800" dirty="0"/>
          </a:p>
        </p:txBody>
      </p:sp>
      <p:pic>
        <p:nvPicPr>
          <p:cNvPr id="2" name="Picture 1" descr="Screen Clippin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73172" y="2578739"/>
            <a:ext cx="6719784" cy="2153417"/>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Shape 192"/>
          <p:cNvSpPr txBox="1">
            <a:spLocks noGrp="1"/>
          </p:cNvSpPr>
          <p:nvPr>
            <p:ph type="title"/>
          </p:nvPr>
        </p:nvSpPr>
        <p:spPr>
          <a:prstGeom prst="rect">
            <a:avLst/>
          </a:prstGeom>
        </p:spPr>
        <p:txBody>
          <a:bodyPr wrap="square" lIns="91425" tIns="91425" rIns="91425" bIns="91425" anchor="t" anchorCtr="0">
            <a:noAutofit/>
          </a:bodyPr>
          <a:lstStyle/>
          <a:p>
            <a:pPr lvl="0" indent="-69850">
              <a:buSzPts val="1100"/>
            </a:pPr>
            <a:r>
              <a:rPr lang="en-GB" dirty="0">
                <a:solidFill>
                  <a:srgbClr val="000000"/>
                </a:solidFill>
              </a:rPr>
              <a:t>Inject the into Attacker’s Profile</a:t>
            </a:r>
            <a:endParaRPr lang="en-GB" dirty="0"/>
          </a:p>
        </p:txBody>
      </p:sp>
      <p:sp>
        <p:nvSpPr>
          <p:cNvPr id="193" name="Shape 193"/>
          <p:cNvSpPr txBox="1">
            <a:spLocks noGrp="1"/>
          </p:cNvSpPr>
          <p:nvPr>
            <p:ph type="body" idx="1"/>
          </p:nvPr>
        </p:nvSpPr>
        <p:spPr>
          <a:prstGeom prst="rect">
            <a:avLst/>
          </a:prstGeom>
        </p:spPr>
        <p:txBody>
          <a:bodyPr wrap="square" lIns="91425" tIns="91425" rIns="91425" bIns="91425" anchor="t" anchorCtr="0">
            <a:noAutofit/>
          </a:bodyPr>
          <a:lstStyle/>
          <a:p>
            <a:pPr marL="400050" indent="-285750">
              <a:spcAft>
                <a:spcPts val="600"/>
              </a:spcAft>
              <a:buClr>
                <a:srgbClr val="000000"/>
              </a:buClr>
            </a:pPr>
            <a:r>
              <a:rPr lang="en-GB" dirty="0">
                <a:solidFill>
                  <a:srgbClr val="000000"/>
                </a:solidFill>
              </a:rPr>
              <a:t>Samy can place the malicious code into his profile and then wait for others to visit his profile page.</a:t>
            </a:r>
            <a:endParaRPr lang="en-GB" dirty="0">
              <a:solidFill>
                <a:srgbClr val="000000"/>
              </a:solidFill>
            </a:endParaRPr>
          </a:p>
          <a:p>
            <a:pPr marL="400050" indent="-285750">
              <a:spcAft>
                <a:spcPts val="600"/>
              </a:spcAft>
              <a:buClr>
                <a:srgbClr val="000000"/>
              </a:buClr>
            </a:pPr>
            <a:r>
              <a:rPr lang="en-GB" dirty="0">
                <a:solidFill>
                  <a:srgbClr val="000000"/>
                </a:solidFill>
              </a:rPr>
              <a:t>Login to Alice’s account and view </a:t>
            </a:r>
            <a:r>
              <a:rPr lang="en-GB" dirty="0" err="1">
                <a:solidFill>
                  <a:srgbClr val="000000"/>
                </a:solidFill>
              </a:rPr>
              <a:t>Samy’s</a:t>
            </a:r>
            <a:r>
              <a:rPr lang="en-GB" dirty="0">
                <a:solidFill>
                  <a:srgbClr val="000000"/>
                </a:solidFill>
              </a:rPr>
              <a:t> profile. As soon as </a:t>
            </a:r>
            <a:r>
              <a:rPr lang="en-GB" dirty="0" err="1">
                <a:solidFill>
                  <a:srgbClr val="000000"/>
                </a:solidFill>
              </a:rPr>
              <a:t>Samy’s</a:t>
            </a:r>
            <a:r>
              <a:rPr lang="en-GB" dirty="0">
                <a:solidFill>
                  <a:srgbClr val="000000"/>
                </a:solidFill>
              </a:rPr>
              <a:t> profile is loaded, malicious code will get executed.</a:t>
            </a:r>
            <a:endParaRPr lang="en-GB" dirty="0">
              <a:solidFill>
                <a:srgbClr val="000000"/>
              </a:solidFill>
            </a:endParaRPr>
          </a:p>
          <a:p>
            <a:pPr marL="400050" indent="-285750">
              <a:spcAft>
                <a:spcPts val="600"/>
              </a:spcAft>
              <a:buClr>
                <a:srgbClr val="000000"/>
              </a:buClr>
            </a:pPr>
            <a:r>
              <a:rPr lang="en-GB" dirty="0">
                <a:solidFill>
                  <a:srgbClr val="000000"/>
                </a:solidFill>
              </a:rPr>
              <a:t>On checking Alice profile, we can see that “SAMY IS MY HERO” is added to the “About me” field of her profile.</a:t>
            </a:r>
            <a:endParaRPr lang="en-GB" dirty="0">
              <a:solidFill>
                <a:srgbClr val="00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Defeating XSS using Content Security Policy</a:t>
            </a:r>
            <a:endParaRPr lang="en-US" dirty="0">
              <a:solidFill>
                <a:srgbClr val="FF0000"/>
              </a:solidFill>
            </a:endParaRPr>
          </a:p>
        </p:txBody>
      </p:sp>
      <p:sp>
        <p:nvSpPr>
          <p:cNvPr id="3" name="Text Placeholder 2"/>
          <p:cNvSpPr>
            <a:spLocks noGrp="1"/>
          </p:cNvSpPr>
          <p:nvPr>
            <p:ph type="body" idx="1"/>
          </p:nvPr>
        </p:nvSpPr>
        <p:spPr/>
        <p:txBody>
          <a:bodyPr/>
          <a:lstStyle/>
          <a:p>
            <a:pPr marL="230505" indent="-230505"/>
            <a:r>
              <a:rPr lang="en-US" dirty="0"/>
              <a:t>Fundamental Problem: mixing data and code (code is </a:t>
            </a:r>
            <a:r>
              <a:rPr lang="en-US" dirty="0" err="1"/>
              <a:t>inlined</a:t>
            </a:r>
            <a:r>
              <a:rPr lang="en-US" dirty="0"/>
              <a:t>)</a:t>
            </a:r>
            <a:endParaRPr lang="en-US" dirty="0"/>
          </a:p>
          <a:p>
            <a:pPr marL="230505" indent="-230505"/>
            <a:r>
              <a:rPr lang="en-US" dirty="0"/>
              <a:t>Solution: Force data and code to be separated: (1) Don’t allow the inline approach. (2) Only allow the link approach. </a:t>
            </a:r>
            <a:endParaRPr lang="en-US" dirty="0"/>
          </a:p>
        </p:txBody>
      </p:sp>
      <p:pic>
        <p:nvPicPr>
          <p:cNvPr id="4" name="Picture 3" descr="Screen Clippin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83987" y="2647329"/>
            <a:ext cx="7699737" cy="186775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CSP Example</a:t>
            </a:r>
            <a:endParaRPr lang="en-US" dirty="0"/>
          </a:p>
        </p:txBody>
      </p:sp>
      <p:sp>
        <p:nvSpPr>
          <p:cNvPr id="3" name="Text Placeholder 2"/>
          <p:cNvSpPr>
            <a:spLocks noGrp="1"/>
          </p:cNvSpPr>
          <p:nvPr>
            <p:ph type="body" idx="1"/>
          </p:nvPr>
        </p:nvSpPr>
        <p:spPr/>
        <p:txBody>
          <a:bodyPr/>
          <a:lstStyle/>
          <a:p>
            <a:pPr marL="285750" indent="-285750"/>
            <a:r>
              <a:rPr lang="en-US" dirty="0"/>
              <a:t>Policy based on the origin of the code </a:t>
            </a:r>
            <a:endParaRPr lang="en-US" dirty="0"/>
          </a:p>
          <a:p>
            <a:pPr marL="285750" indent="-285750"/>
            <a:endParaRPr lang="en-US" dirty="0"/>
          </a:p>
          <a:p>
            <a:pPr>
              <a:buNone/>
            </a:pPr>
            <a:r>
              <a:rPr lang="en-US" dirty="0"/>
              <a:t>     Code from self, example.com, and </a:t>
            </a:r>
            <a:r>
              <a:rPr lang="en-US" dirty="0" err="1"/>
              <a:t>google</a:t>
            </a:r>
            <a:r>
              <a:rPr lang="en-US" dirty="0"/>
              <a:t> will be allowed.</a:t>
            </a:r>
            <a:endParaRPr lang="en-US" dirty="0"/>
          </a:p>
          <a:p>
            <a:pPr>
              <a:buNone/>
            </a:pPr>
            <a:endParaRPr lang="en-US" dirty="0"/>
          </a:p>
        </p:txBody>
      </p:sp>
      <p:pic>
        <p:nvPicPr>
          <p:cNvPr id="5" name="Picture 4" descr="Screen Clippin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39658" y="1672316"/>
            <a:ext cx="6806172" cy="498592"/>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Securely Allow </a:t>
            </a:r>
            <a:r>
              <a:rPr lang="en-US" dirty="0" err="1"/>
              <a:t>Inlined</a:t>
            </a:r>
            <a:r>
              <a:rPr lang="en-US" dirty="0"/>
              <a:t> Code</a:t>
            </a:r>
            <a:endParaRPr lang="en-US" dirty="0"/>
          </a:p>
        </p:txBody>
      </p:sp>
      <p:sp>
        <p:nvSpPr>
          <p:cNvPr id="3" name="Text Placeholder 2"/>
          <p:cNvSpPr>
            <a:spLocks noGrp="1"/>
          </p:cNvSpPr>
          <p:nvPr>
            <p:ph type="body" idx="1"/>
          </p:nvPr>
        </p:nvSpPr>
        <p:spPr/>
        <p:txBody>
          <a:bodyPr/>
          <a:lstStyle/>
          <a:p>
            <a:pPr marL="230505" indent="-230505"/>
            <a:r>
              <a:rPr lang="en-US" dirty="0"/>
              <a:t>Using nonce</a:t>
            </a:r>
            <a:endParaRPr lang="en-US" dirty="0"/>
          </a:p>
          <a:p>
            <a:pPr marL="230505" indent="-230505"/>
            <a:endParaRPr lang="en-US" dirty="0"/>
          </a:p>
          <a:p>
            <a:pPr marL="230505" indent="-230505"/>
            <a:endParaRPr lang="en-US" dirty="0"/>
          </a:p>
          <a:p>
            <a:pPr marL="230505" indent="-230505"/>
            <a:endParaRPr lang="en-US" dirty="0"/>
          </a:p>
          <a:p>
            <a:pPr>
              <a:buNone/>
            </a:pPr>
            <a:endParaRPr lang="en-US" dirty="0"/>
          </a:p>
          <a:p>
            <a:pPr marL="230505" indent="-230505"/>
            <a:r>
              <a:rPr lang="en-US" dirty="0"/>
              <a:t>Using hash of the code</a:t>
            </a:r>
            <a:endParaRPr lang="en-US" dirty="0"/>
          </a:p>
        </p:txBody>
      </p:sp>
      <p:pic>
        <p:nvPicPr>
          <p:cNvPr id="4" name="Picture 3" descr="Screen Clippin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46121" y="1652003"/>
            <a:ext cx="7568112" cy="304115"/>
          </a:xfrm>
          <a:prstGeom prst="rect">
            <a:avLst/>
          </a:prstGeom>
        </p:spPr>
      </p:pic>
      <p:pic>
        <p:nvPicPr>
          <p:cNvPr id="6" name="Picture 5"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6121" y="2090867"/>
            <a:ext cx="5462082" cy="1605153"/>
          </a:xfrm>
          <a:prstGeom prst="rect">
            <a:avLst/>
          </a:prstGeom>
        </p:spPr>
      </p:pic>
      <p:sp>
        <p:nvSpPr>
          <p:cNvPr id="7" name="TextBox 6"/>
          <p:cNvSpPr txBox="1"/>
          <p:nvPr/>
        </p:nvSpPr>
        <p:spPr>
          <a:xfrm>
            <a:off x="6103190" y="2238656"/>
            <a:ext cx="813043" cy="307777"/>
          </a:xfrm>
          <a:prstGeom prst="rect">
            <a:avLst/>
          </a:prstGeom>
          <a:noFill/>
        </p:spPr>
        <p:txBody>
          <a:bodyPr wrap="none" rtlCol="0">
            <a:spAutoFit/>
          </a:bodyPr>
          <a:lstStyle/>
          <a:p>
            <a:r>
              <a:rPr lang="en-US" dirty="0"/>
              <a:t>Allowed</a:t>
            </a:r>
            <a:endParaRPr lang="en-US" dirty="0"/>
          </a:p>
        </p:txBody>
      </p:sp>
      <p:sp>
        <p:nvSpPr>
          <p:cNvPr id="8" name="TextBox 7"/>
          <p:cNvSpPr txBox="1"/>
          <p:nvPr/>
        </p:nvSpPr>
        <p:spPr>
          <a:xfrm>
            <a:off x="6103190" y="3249877"/>
            <a:ext cx="1120820" cy="307777"/>
          </a:xfrm>
          <a:prstGeom prst="rect">
            <a:avLst/>
          </a:prstGeom>
          <a:noFill/>
        </p:spPr>
        <p:txBody>
          <a:bodyPr wrap="none" rtlCol="0">
            <a:spAutoFit/>
          </a:bodyPr>
          <a:lstStyle/>
          <a:p>
            <a:r>
              <a:rPr lang="en-US" dirty="0"/>
              <a:t>Not allowed</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Setting CSP Rules</a:t>
            </a:r>
            <a:endParaRPr lang="en-US" dirty="0"/>
          </a:p>
        </p:txBody>
      </p:sp>
      <p:pic>
        <p:nvPicPr>
          <p:cNvPr id="4" name="Picture 3" descr="Screen Clippin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49148" y="1556606"/>
            <a:ext cx="8245703" cy="245446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Discussion Questions</a:t>
            </a:r>
            <a:endParaRPr lang="en-US" dirty="0"/>
          </a:p>
        </p:txBody>
      </p:sp>
      <p:sp>
        <p:nvSpPr>
          <p:cNvPr id="3" name="Text Placeholder 2"/>
          <p:cNvSpPr>
            <a:spLocks noGrp="1"/>
          </p:cNvSpPr>
          <p:nvPr>
            <p:ph type="body" idx="1"/>
          </p:nvPr>
        </p:nvSpPr>
        <p:spPr/>
        <p:txBody>
          <a:bodyPr/>
          <a:lstStyle/>
          <a:p>
            <a:pPr>
              <a:buNone/>
            </a:pPr>
            <a:r>
              <a:rPr lang="en-US" b="1" dirty="0">
                <a:solidFill>
                  <a:schemeClr val="tx1"/>
                </a:solidFill>
              </a:rPr>
              <a:t>Question 1</a:t>
            </a:r>
            <a:r>
              <a:rPr lang="en-US" dirty="0">
                <a:solidFill>
                  <a:schemeClr val="tx1"/>
                </a:solidFill>
              </a:rPr>
              <a:t>: What are the main differences of CSRF and XSS attacks? They both have “cross site” in their names.</a:t>
            </a:r>
            <a:endParaRPr lang="en-US" dirty="0">
              <a:solidFill>
                <a:schemeClr val="tx1"/>
              </a:solidFill>
            </a:endParaRPr>
          </a:p>
          <a:p>
            <a:pPr>
              <a:buNone/>
            </a:pPr>
            <a:endParaRPr lang="en-US" b="1" dirty="0">
              <a:solidFill>
                <a:schemeClr val="tx1"/>
              </a:solidFill>
            </a:endParaRPr>
          </a:p>
          <a:p>
            <a:pPr>
              <a:buNone/>
            </a:pPr>
            <a:r>
              <a:rPr lang="en-US" b="1" dirty="0">
                <a:solidFill>
                  <a:schemeClr val="tx1"/>
                </a:solidFill>
              </a:rPr>
              <a:t>Question 2</a:t>
            </a:r>
            <a:r>
              <a:rPr lang="en-US" dirty="0">
                <a:solidFill>
                  <a:schemeClr val="tx1"/>
                </a:solidFill>
              </a:rPr>
              <a:t>: Can we use the countermeasures against CSRF attacks to defend against XSS attacks, including the secret token and same-site cookie approaches?</a:t>
            </a:r>
            <a:endParaRPr lang="en-US" dirty="0">
              <a:solidFill>
                <a:schemeClr val="tx1"/>
              </a:solidFill>
            </a:endParaRPr>
          </a:p>
          <a:p>
            <a:pPr>
              <a:buNone/>
            </a:pPr>
            <a:endParaRPr lang="en-US" dirty="0">
              <a:solidFill>
                <a:schemeClr val="tx1"/>
              </a:solidFill>
            </a:endParaRPr>
          </a:p>
          <a:p>
            <a:pPr>
              <a:buNone/>
            </a:pPr>
            <a:endParaRPr lang="en-US" dirty="0">
              <a:solidFill>
                <a:schemeClr val="tx1"/>
              </a:solidFill>
            </a:endParaRPr>
          </a:p>
          <a:p>
            <a:pPr marL="285750" indent="-285750"/>
            <a:endParaRPr lang="en-US" dirty="0">
              <a:solidFill>
                <a:schemeClr val="tx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endParaRPr lang="en-US" dirty="0"/>
          </a:p>
        </p:txBody>
      </p:sp>
      <p:sp>
        <p:nvSpPr>
          <p:cNvPr id="3" name="Text Placeholder 2"/>
          <p:cNvSpPr>
            <a:spLocks noGrp="1"/>
          </p:cNvSpPr>
          <p:nvPr>
            <p:ph type="body" idx="1"/>
          </p:nvPr>
        </p:nvSpPr>
        <p:spPr/>
        <p:txBody>
          <a:bodyPr/>
          <a:lstStyle/>
          <a:p>
            <a:pPr marL="284480" indent="-284480"/>
            <a:r>
              <a:rPr lang="en-US" dirty="0">
                <a:solidFill>
                  <a:schemeClr val="tx1"/>
                </a:solidFill>
              </a:rPr>
              <a:t>Two types of XSS attacks</a:t>
            </a:r>
            <a:endParaRPr lang="en-US" dirty="0">
              <a:solidFill>
                <a:schemeClr val="tx1"/>
              </a:solidFill>
            </a:endParaRPr>
          </a:p>
          <a:p>
            <a:pPr marL="284480" indent="-284480"/>
            <a:r>
              <a:rPr lang="en-US" dirty="0">
                <a:solidFill>
                  <a:schemeClr val="tx1"/>
                </a:solidFill>
              </a:rPr>
              <a:t>How to launch XSS attacks</a:t>
            </a:r>
            <a:endParaRPr lang="en-US" dirty="0">
              <a:solidFill>
                <a:schemeClr val="tx1"/>
              </a:solidFill>
            </a:endParaRPr>
          </a:p>
          <a:p>
            <a:pPr marL="284480" indent="-284480"/>
            <a:r>
              <a:rPr lang="en-US" dirty="0">
                <a:solidFill>
                  <a:schemeClr val="tx1"/>
                </a:solidFill>
              </a:rPr>
              <a:t>Create a self-propagating XSS worm</a:t>
            </a:r>
            <a:endParaRPr lang="en-US" dirty="0">
              <a:solidFill>
                <a:schemeClr val="tx1"/>
              </a:solidFill>
            </a:endParaRPr>
          </a:p>
          <a:p>
            <a:pPr marL="284480" indent="-284480"/>
            <a:r>
              <a:rPr lang="en-US" dirty="0">
                <a:solidFill>
                  <a:schemeClr val="tx1"/>
                </a:solidFill>
              </a:rPr>
              <a:t>Countermeasures against XSS attacks</a:t>
            </a:r>
            <a:endParaRPr lang="en-US" dirty="0">
              <a:solidFill>
                <a:schemeClr val="tx1"/>
              </a:solidFill>
            </a:endParaRPr>
          </a:p>
          <a:p>
            <a:pPr marL="284480" indent="-284480"/>
            <a:endParaRPr lang="en-US" dirty="0">
              <a:solidFill>
                <a:schemeClr val="tx1"/>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7264</Words>
  <Application>WPS Presentation</Application>
  <PresentationFormat>On-screen Show (16:9)</PresentationFormat>
  <Paragraphs>179</Paragraphs>
  <Slides>32</Slides>
  <Notes>21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32</vt:i4>
      </vt:variant>
    </vt:vector>
  </HeadingPairs>
  <TitlesOfParts>
    <vt:vector size="43" baseType="lpstr">
      <vt:lpstr>Arial</vt:lpstr>
      <vt:lpstr>SimSun</vt:lpstr>
      <vt:lpstr>Wingdings</vt:lpstr>
      <vt:lpstr>Arial</vt:lpstr>
      <vt:lpstr>Microsoft YaHei</vt:lpstr>
      <vt:lpstr>汉仪旗黑</vt:lpstr>
      <vt:lpstr>Arial Unicode MS</vt:lpstr>
      <vt:lpstr>汉仪书宋二KW</vt:lpstr>
      <vt:lpstr>Arial Unicode MS</vt:lpstr>
      <vt:lpstr>Courier New</vt:lpstr>
      <vt:lpstr>Simple Light</vt:lpstr>
      <vt:lpstr>Cross-Site Scripting Attack (XSS)</vt:lpstr>
      <vt:lpstr>PowerPoint 演示文稿</vt:lpstr>
      <vt:lpstr>The Cross-Site Scripting Attack</vt:lpstr>
      <vt:lpstr>Types of XSS Attacks</vt:lpstr>
      <vt:lpstr>Non-persistent (Reflected) XSS Attack</vt:lpstr>
      <vt:lpstr>PowerPoint 演示文稿</vt:lpstr>
      <vt:lpstr>PowerPoint 演示文稿</vt:lpstr>
      <vt:lpstr>Non-persistent (Reflected) XSS Attack</vt:lpstr>
      <vt:lpstr>Persistent (Stored) XSS Attack</vt:lpstr>
      <vt:lpstr>PowerPoint 演示文稿</vt:lpstr>
      <vt:lpstr>PowerPoint 演示文稿</vt:lpstr>
      <vt:lpstr>Persistent (Stored) XSS Attack</vt:lpstr>
      <vt:lpstr>Damage Caused by XSS</vt:lpstr>
      <vt:lpstr> </vt:lpstr>
      <vt:lpstr>Attack Surfaces for XSS attack</vt:lpstr>
      <vt:lpstr>XSS Attacks to Befriend with Others</vt:lpstr>
      <vt:lpstr>XSS Attacks to Befriend with Others</vt:lpstr>
      <vt:lpstr>XSS Attacks to Befriend with Others</vt:lpstr>
      <vt:lpstr>Construct an Add-friend Request </vt:lpstr>
      <vt:lpstr>Inject the Code Into a Profile</vt:lpstr>
      <vt:lpstr>XSS Attacks to Change Other People’s Profiles</vt:lpstr>
      <vt:lpstr>Captured HTTP Request</vt:lpstr>
      <vt:lpstr>Captured HTTP Request (continued)</vt:lpstr>
      <vt:lpstr>Construct the Malicious Ajax Request</vt:lpstr>
      <vt:lpstr>Construct the Malicious Ajax Request</vt:lpstr>
      <vt:lpstr>Inject the into Attacker’s Profile</vt:lpstr>
      <vt:lpstr>Defeating XSS using Content Security Policy</vt:lpstr>
      <vt:lpstr>CSP Example</vt:lpstr>
      <vt:lpstr>How to Securely Allow Inlined Code</vt:lpstr>
      <vt:lpstr>Setting CSP Rules</vt:lpstr>
      <vt:lpstr>Discussion Questions</vt:lpstr>
      <vt:lpstr>Summary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Cross-Site Scripting Attack (XSS)</dc:title>
  <dc:creator>Sharif Islam</dc:creator>
  <cp:lastModifiedBy>Rakibul</cp:lastModifiedBy>
  <cp:revision>24</cp:revision>
  <dcterms:created xsi:type="dcterms:W3CDTF">2025-06-23T12:59:18Z</dcterms:created>
  <dcterms:modified xsi:type="dcterms:W3CDTF">2025-06-23T12:59:18Z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3479E142DE693EF6A64F5968D5CC225E_42</vt:lpwstr>
  </property>
  <property fmtid="{D5CDD505-2E9C-101B-9397-08002B2CF9AE}" pid="3" name="KSOProductBuildVer">
    <vt:lpwstr>1033-6.11.0.8608</vt:lpwstr>
  </property>
</Properties>
</file>